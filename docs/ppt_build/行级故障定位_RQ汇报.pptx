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行 R@10</c:v>
                </c:pt>
              </c:strCache>
            </c:strRef>
          </c:tx>
          <c:dPt>
            <c:idx val="0"/>
            <c:spPr>
              <a:solidFill>
                <a:srgbClr val="2A9D5C"/>
              </a:solidFill>
            </c:spPr>
          </c:dPt>
          <c:dPt>
            <c:idx val="1"/>
            <c:spPr>
              <a:solidFill>
                <a:srgbClr val="C2413A"/>
              </a:solidFill>
            </c:spPr>
          </c:dPt>
          <c:cat>
            <c:strRef>
              <c:f>Sheet1!$A$2:$A$3</c:f>
              <c:strCache>
                <c:ptCount val="2"/>
                <c:pt idx="0">
                  <c:v>文件命中</c:v>
                </c:pt>
                <c:pt idx="1">
                  <c:v>文件未命中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63.3</c:v>
                </c:pt>
                <c:pt idx="1">
                  <c:v>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5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R@10</c:v>
                </c:pt>
              </c:strCache>
            </c:strRef>
          </c:tx>
          <c:dPt>
            <c:idx val="0"/>
            <c:spPr>
              <a:solidFill>
                <a:srgbClr val="6B7785"/>
              </a:solidFill>
            </c:spPr>
          </c:dPt>
          <c:dPt>
            <c:idx val="1"/>
            <c:spPr>
              <a:solidFill>
                <a:srgbClr val="1B9AAA"/>
              </a:solidFill>
            </c:spPr>
          </c:dPt>
          <c:cat>
            <c:strRef>
              <c:f>Sheet1!$A$2:$A$3</c:f>
              <c:strCache>
                <c:ptCount val="2"/>
                <c:pt idx="0">
                  <c:v>静态 def-use</c:v>
                </c:pt>
                <c:pt idx="1">
                  <c:v>+filter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29.8</c:v>
                </c:pt>
                <c:pt idx="1">
                  <c:v>43.9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R@10</c:v>
                </c:pt>
              </c:strCache>
            </c:strRef>
          </c:tx>
          <c:dPt>
            <c:idx val="0"/>
            <c:spPr>
              <a:solidFill>
                <a:srgbClr val="6B7785"/>
              </a:solidFill>
            </c:spPr>
          </c:dPt>
          <c:dPt>
            <c:idx val="1"/>
            <c:spPr>
              <a:solidFill>
                <a:srgbClr val="6B7785"/>
              </a:solidFill>
            </c:spPr>
          </c:dPt>
          <c:dPt>
            <c:idx val="2"/>
            <c:spPr>
              <a:solidFill>
                <a:srgbClr val="1B9AAA"/>
              </a:solidFill>
            </c:spPr>
          </c:dPt>
          <c:dPt>
            <c:idx val="3"/>
            <c:spPr>
              <a:solidFill>
                <a:srgbClr val="1B9AAA"/>
              </a:solidFill>
            </c:spPr>
          </c:dPt>
          <c:cat>
            <c:strRef>
              <c:f>Sheet1!$A$2:$A$5</c:f>
              <c:strCache>
                <c:ptCount val="4"/>
                <c:pt idx="0">
                  <c:v>Static</c:v>
                </c:pt>
                <c:pt idx="1">
                  <c:v>+score</c:v>
                </c:pt>
                <c:pt idx="2">
                  <c:v>+filter</c:v>
                </c:pt>
                <c:pt idx="3">
                  <c:v>+filter+score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56.1</c:v>
                </c:pt>
                <c:pt idx="1">
                  <c:v>56.1</c:v>
                </c:pt>
                <c:pt idx="2">
                  <c:v>68.4</c:v>
                </c:pt>
                <c:pt idx="3">
                  <c:v>68.4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ΔR@10 (pp)</c:v>
                </c:pt>
              </c:strCache>
            </c:strRef>
          </c:tx>
          <c:dPt>
            <c:idx val="0"/>
            <c:spPr>
              <a:solidFill>
                <a:srgbClr val="1B9AAA"/>
              </a:solidFill>
            </c:spPr>
          </c:dPt>
          <c:dPt>
            <c:idx val="1"/>
            <c:spPr>
              <a:solidFill>
                <a:srgbClr val="2A9D5C"/>
              </a:solidFill>
            </c:spPr>
          </c:dPt>
          <c:dPt>
            <c:idx val="2"/>
            <c:spPr>
              <a:solidFill>
                <a:srgbClr val="1B9AAA"/>
              </a:solidFill>
            </c:spPr>
          </c:dPt>
          <c:dPt>
            <c:idx val="3"/>
            <c:spPr>
              <a:solidFill>
                <a:srgbClr val="E0A458"/>
              </a:solidFill>
            </c:spPr>
          </c:dPt>
          <c:cat>
            <c:strRef>
              <c:f>Sheet1!$A$2:$A$5</c:f>
              <c:strCache>
                <c:ptCount val="4"/>
                <c:pt idx="0">
                  <c:v>Qwen2.5-Coder-32B</c:v>
                </c:pt>
                <c:pt idx="1">
                  <c:v>Qwen3.6-27B</c:v>
                </c:pt>
                <c:pt idx="2">
                  <c:v>DeepSeek-V3.2</c:v>
                </c:pt>
                <c:pt idx="3">
                  <c:v>GLM-4.5-Air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12.3</c:v>
                </c:pt>
                <c:pt idx="1">
                  <c:v>22.8</c:v>
                </c:pt>
                <c:pt idx="2">
                  <c:v>8.8</c:v>
                </c:pt>
                <c:pt idx="3">
                  <c:v>8.8</c:v>
                </c:pt>
              </c:numCache>
            </c:numRef>
          </c:val>
        </c:ser>
        <c:dLbls>
          <c:numFmt formatCode="+0.0" sourceLinked="0"/>
          <c:txPr>
            <a:bodyPr/>
            <a:lstStyle/>
            <a:p>
              <a:pPr>
                <a:defRPr sz="15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R@1</c:v>
                </c:pt>
              </c:strCache>
            </c:strRef>
          </c:tx>
          <c:dPt>
            <c:idx val="0"/>
            <c:spPr>
              <a:solidFill>
                <a:srgbClr val="6B7785"/>
              </a:solidFill>
            </c:spPr>
          </c:dPt>
          <c:dPt>
            <c:idx val="1"/>
            <c:spPr>
              <a:solidFill>
                <a:srgbClr val="1B9AAA"/>
              </a:solidFill>
            </c:spPr>
          </c:dPt>
          <c:dPt>
            <c:idx val="2"/>
            <c:spPr>
              <a:solidFill>
                <a:srgbClr val="2A9D5C"/>
              </a:solidFill>
            </c:spPr>
          </c:dPt>
          <c:cat>
            <c:strRef>
              <c:f>Sheet1!$A$2:$A$4</c:f>
              <c:strCache>
                <c:ptCount val="3"/>
                <c:pt idx="0">
                  <c:v>基线
+filter+score</c:v>
                </c:pt>
                <c:pt idx="1">
                  <c:v>真实异质验证器
(不给金标)</c:v>
                </c:pt>
                <c:pt idx="2">
                  <c:v>oracle 并集
(上界)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35.1</c:v>
                </c:pt>
                <c:pt idx="1">
                  <c:v>42.1</c:v>
                </c:pt>
                <c:pt idx="2">
                  <c:v>49.1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老师好。这次汇报围绕论文的三个研究问题 RQ1–RQ3，逐题讲清楚：做了什么实验、设计了什么方法、得到了什么结果。核心结论是标题这六个字——执行信号能买到'可达性'，买不到'判别'。而'冲 SOTA、打破判别天花板'我明确留作 RQ4、future work。全程约 13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先立背景。大模型修真实仓库的 bug，必须先定位要改哪几行；定位召回是修复的硬上界。文件级定位已基本解决（≈0.9），瓶颈在行级，端到端召回只有约 47%。</a:t>
            </a:r>
          </a:p>
          <a:p/>
          <a:p>
            <a:r>
              <a:t>请老师记住两个词：可达性=把正确行送进 top-k；判别=把它排到第一。核心问题就是：执行接地能不能在模型自身自一致性之上，补上它缺的判别力。</a:t>
            </a:r>
          </a:p>
          <a:p/>
          <a:p>
            <a:r>
              <a:t>我把它拆成四个 RQ：RQ1 画地图、RQ2 证伪、RQ3 找正确用法——这三题这篇都做完了；RQ4=冲 SOTA、打破判别天花板，明确留作 future work。这样这篇现在就能投，未来还能做更高水平的工作。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这一页是所有 RQ 共享的实验设置。上面是被评测的基线方法：文件定位→区域收窄（2000 行缩到约 200 行）→自一致性投票（多次采样取并集，负责挣召回）→RRF 排序（融合投票、def-use 图分数、跨采样共识来定序）。</a:t>
            </a:r>
          </a:p>
          <a:p/>
          <a:p>
            <a:r>
              <a:t>实验口径上有四个决定，最关键的是 file-given：只在给定的正确文件内部排序。这样做的目的，是把文件定位那层噪声旁路掉——带覆盖率和不带覆盖率的任何差异，就只能归因于执行接地本身。基准是 SWE-bench-Lite 全 300 例；重点分析 crash 且 on-path 子集；主结果在 4 个骨干模型上复现。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 的实验：对 SWE-bench-Lite 全 300 个实例，沿六个维度分层，同时报端到端 R@10 和'给定命中文件'的行召回——后者把文件定位那层剥掉，单看'行'这一步。</a:t>
            </a:r>
          </a:p>
          <a:p/>
          <a:p>
            <a:r>
              <a:t>结果分析五点。第一也是最重要：文件级定位是一阶闸门，文件命中行召回 63.3%、未命中直接 0，没有中间地带；多文件下把该改文件全找齐只有 35%，导致全局召回坍到 0.277。第二，大文件是精确率墙，即便给定正确文件，文件越大召回越低。第三，领域差异很大。第四，多行修复更难找全。</a:t>
            </a:r>
          </a:p>
          <a:p/>
          <a:p>
            <a:r>
              <a:t>第五点是关键伏笔：crash 和 behavioral 的可达召回几乎相同。这说明缺陷类型改变的不是'能不能定位'，而是'执行信息怎么帮忙'——这正好把问题交给 RQ2。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明确证伪对象：不是笼统说'覆盖率无用'，而是'覆盖率可作行级定位的直接信号'这个具体命题。直接信号只有两种用法——当候选集、当排序分数；命题成立至少要满足三个必要条件之一：候选集粒度够精、召回上界够高、最强排序形态（失败/通过差分谱）带判别信息。三个子实验各封死一个。数据统一在官方 SWE-bench Docker 镜像内采集：跑失败测试取真实行级覆盖；子实验三额外采 PASS_TO_PASS 与隔离 FAIL_TO_PASS 的成对覆盖。</a:t>
            </a:r>
          </a:p>
          <a:p/>
          <a:p>
            <a:r>
              <a:t>子实验一封'当候选集'：金标文件中位数 259 行被执行、集合内部零排序信息；金标执行率 crash 85.7% 对 behavioral 79.2% 只差 6.5 个点——连'崩溃类更受益'的直觉都不成立。粒度条件被否。</a:t>
            </a:r>
          </a:p>
          <a:p/>
          <a:p>
            <a:r>
              <a:t>子实验二封'召回上界'：退一步只求兜住金标，68 例 crash 里也只有 57 例（83%）有金标行被执行；缺口 11 例逐个归类——6 个漏分支（修复在'本该走却没走'的路上，如 django-14017）、4 个纯插入、1 个未达函数。这 16% 对覆盖、SBFL、切片都结构性不可见，是覆盖率的内在属性不是采集缺陷。上界条件被否，也确立了 RQ3 路由的必要性。</a:t>
            </a:r>
          </a:p>
          <a:p/>
          <a:p>
            <a:r>
              <a:t>子实验三封'当排序分数'的最强形态：评审必然反问'没人拿 raw coverage 排序，经典 SBFL 用失败/通过差分谱'——这是覆盖率能给的最精细排序信息，不测它证伪不完整，所以这一步是堵最强反驳。在四个仓库 9 个实例上算 failing 减 passing 差分（n=9 是采集限制：Django/SymPy 的 PASS_TO_PASS 不是 pytest 格式采不了，不是抽样设计）。结果只有 3/9（全是 matplotlib 控制流类）差分非空且含金标；其余 6 例失败执行的行是通过测试的子集（astropy-14182：25 行包含于 28 行），差分为空必不含金标；且即便非空也粗——matplotlib-22711 的 93 行仅失败集里只有 5 条金标。排序条件被否。</a:t>
            </a:r>
          </a:p>
          <a:p/>
          <a:p>
            <a:r>
              <a:t>逻辑闭环：①③递进——平面集合无从排序，唯一经典补救是差分谱，而差分对多数缺陷为空；②正交封召回侧。三条独立机制收敛到同一根因：覆盖率是成员关系/控制流信号，SWE-bench 缺陷多为数据层——行跑了、值错了。所以'覆盖率作直接信号'被证伪；唯一幸存的用法是过滤器，这就是 RQ3 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 的所有失败，都能用一条区分解释：控制流缺陷 vs 数据层缺陷。关键洞察——覆盖率、回溯栈、SBFL 本质都是控制流信号，只告诉你哪些行跑过。</a:t>
            </a:r>
          </a:p>
          <a:p/>
          <a:p>
            <a:r>
              <a:t>左边(a)：bug 改变了控制流，失败走不同的路，金标出现在'仅失败'覆盖里，三种信号全生效（如 matplotlib-22711）。右边(b)：bug 是数据层的，同样的行在通过和失败都跑、只是值错了，差分就空了；或修复落在跳过的分支上。这时覆盖率只剩'成员关系'，只能当过滤器。</a:t>
            </a:r>
          </a:p>
          <a:p/>
          <a:p>
            <a:r>
              <a:t>分析：SWE-bench 绝大多数是(b)——可计算差分的 9 例里 6/9 是数据层。这条区分预测了 RQ2 的每个负面结果，也预告了 RQ3 为什么只有'过滤器'这一种用法能work。</a:t>
            </a:r>
          </a:p>
          <a:p/>
          <a:p>
            <a:r>
              <a:t>口径提醒（不念）：旧稿曾写 9/12=75%，与 Table 3 的 n=9 分母矛盾（评审 P0-1）；汇报统一按 Table 3 用 6/9。被问'为何只有 9 例'→ 采集限制：Django/SymPy 的 PASS_TO_PASS 非 pytest 格式无法采集。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找到唯一有效的用法，并把它设计成一个可检验的方法。</a:t>
            </a:r>
          </a:p>
          <a:p/>
          <a:p>
            <a:r>
              <a:t>方法本身：on-path 时，把候选（在完整流水线里是投票）限制到失败测试真执行到的行，删掉非执行的干扰项；off-path 时金标不在执行集，必须回退纯静态。所以路由是方法的必需部分——盲目过滤会把 off-path 的金标删掉。</a:t>
            </a:r>
          </a:p>
          <a:p/>
          <a:p>
            <a:r>
              <a:t>关键是右边的四臂消融设计。覆盖率有两种可能用法：当额外的排序分数(+score)，或当过滤器(+filter)。我用 2×2 四臂把这两种用法干净分开：Static、+score、+filter、+filter+score。设计意图是——如果 +score 约等于 Static、而 +filter 明显更高，就证明真正有用的是'过滤'这个成员关系操作，而不是'打分'。而且我先在无 LLM 的 def-use 排序器上做，隔离信号；再放回完整流水线复核。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第一个结果，在离线、无 LLM 的 def-use 排序器上做，目的是干净隔离覆盖率信号。</a:t>
            </a:r>
          </a:p>
          <a:p/>
          <a:p>
            <a:r>
              <a:t>结果：crash on-path 子集，R@10 从 29.8 升到 43.9，+14.1 个百分点，置信区间 [3.5, 24.6]，同时候选集缩小 55%。用一个实例讲机理：django-16873，982 行文件，静态把金标排第 40 位、R@10 漏掉；限制到失败测试真跑的 75 行，删掉干扰项后金标升到第 6 位命中——排序器本身没变。</a:t>
            </a:r>
          </a:p>
          <a:p/>
          <a:p>
            <a:r>
              <a:t>分析三点。第一，召回和精度一起上升——候选减半的同时召回反而升，这恰好化解了 RQ1 那个大文件精度墙。第二，behavioral on-path 也 +6.9pp，但 off-path 会归零、静态在那里还有 45.5，所以路由是必需的。第三，我诚实标注：+14pp 是 oracle 路由下的机理上界，今天真能部署的下限是 +4.5pp——这个可部署缺口我留作 future work。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第二个结果，把过滤器放回完整的'投票+图+LLM'流水线复核——四臂消融的读数极其干净。</a:t>
            </a:r>
          </a:p>
          <a:p/>
          <a:p>
            <a:r>
              <a:t>看这张 R@10 四臂图：Static 56.1、+score 也是 56.1、+filter 跳到 68.4、+filter+score 还是 68.4。也就是 +12.3 个百分点，置信区间 [1.8, 22.8]，显著。</a:t>
            </a:r>
          </a:p>
          <a:p/>
          <a:p>
            <a:r>
              <a:t>分析。第一个关键读数：+score 恒等于 Static——覆盖率作为'打分项'零贡献；而 +filter 等于 +filter+score——过滤才是功臣。这直接证明有用的是'过滤'这个成员关系操作，而不是'打分'（打分需要判别力，覆盖率里没有）。第二个关键读数：增益几乎全在 R@10，R@1、R@5 都不显著——所以过滤器提升的是可达性，不是判别，跟自一致性撞的是同一道天花板。这两点合起来就是全篇标题：可达性，而非判别。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第三个结果是稳健性。我把头条的 Static vs +filter+score 对照，在另外三个横跨不同系列、不同规模的开源模型上重跑，协议完全一致。</a:t>
            </a:r>
          </a:p>
          <a:p/>
          <a:p>
            <a:r>
              <a:t>结果：ΔR@10 在 4 个骨干上全部为正，3 个显著、置信区间不含 0——Qwen2.5-Coder +12.3、Qwen3.6-27B +22.8、DeepSeek-V3.2 +8.8；第四个 GLM 点估计也是 +8.8，只是这个样本量下没到显著。</a:t>
            </a:r>
          </a:p>
          <a:p/>
          <a:p>
            <a:r>
              <a:t>分析：这告诉我们效应的方向是稳的（4/4 正），但量级是松界（两个承重 CI 下界都贴近 0）。我也诚实说明：'增益只集中在 R@10'是 Qwen2.5-Coder 特有的，更强骨干上 R@5 也一起提升。所以'过滤器提升可达性'这个头条结论可泛化。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RQ1–RQ3 收拢。RQ1 刻画了行定位为什么失败；RQ2 证伪了覆盖率作直接信号并给出机理根因；RQ3 给出唯一有效用法'覆盖率作过滤器'及其精确边界——离线 +14pp、完整流水线 +12.3pp、四骨干复现，路由必需。</a:t>
            </a:r>
          </a:p>
          <a:p/>
          <a:p>
            <a:r>
              <a:t>最后一条是把前三个串起来的核心主线：一套信号类型学。模型自身的自一致性、和外部的执行覆盖率，本质是同一类东西——都是'成员关系信号'，只能证明一条行可达、不含判别信息，所以都撞在同一道 R@1 天花板上。这也解释了为什么'冲 SOTA'必须换一类信号——引出 RQ4。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这一页把'冲 SOTA'放到它该在的位置——RQ4、future work。我要讲清楚为什么这样安排，以及它不是空谈。</a:t>
            </a:r>
          </a:p>
          <a:p/>
          <a:p>
            <a:r>
              <a:t>先说清楚：本文有意不追求 SOTA 的绝对分数，我们只做刻画+证伪+正确用法+类型学，并且只用'带/不带覆盖率的配对内部对照'，不与 ARISE 比绝对值。冲 SOTA 是 RQ4 的事。</a:t>
            </a:r>
          </a:p>
          <a:p/>
          <a:p>
            <a:r>
              <a:t>为什么 RQ4 才是冲 SOTA 的路？因为判别是墙，而 RQ1-3 证明了覆盖率和自一致性都破不了它。破它要靠正交信号。而我已经有初步证据：看这张 R@1 图——把基线和一个更强异质模型 DeepSeek 取 oracle 并集，R@1 从 35.1 升到 49.1，+14 个百分点、全显著，说明判别天花板不是固有的、是可破的；而真实可部署版本（只看 issue 和代码、不给金标）实现了大约一半，+7.0pp，n=57 下还不显著。</a:t>
            </a:r>
          </a:p>
          <a:p/>
          <a:p>
            <a:r>
              <a:t>所以 RQ4 的目标很明确：把这个异质/正交验证器做成真正可部署的，把行级 R@1 顶上去，逼近甚至超过 SOTA。这就是这篇之后能做成更高水平论文的方向。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总结。第一，执行覆盖率是召回侧过滤器，不是排序信号。第二，更大的启示：一个只能证明'可达'的信号，打不破'判别'的天花板；冲 SOTA 得换一类正交信号——这就是 RQ4。</a:t>
            </a:r>
          </a:p>
          <a:p/>
          <a:p>
            <a:r>
              <a:t>最后回到战略：退可投——RQ1 刻画、RQ2 证伪、RQ3 过滤方法加类型学，三组实验都做完、数字都能从脚本精确复现，这本身是自洽、可投 CCF-B 的完整贡献；进可攻——RQ4 用正交或异质验证器去破判别天花板、冲 SOTA，而 oracle 上界 R@1 +14pp 已经证明这条路可行。谢谢老师，请指导。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这一节把之前列为 future work 的 RQ4，落成一个已经做完的具体实验。</a:t>
            </a:r>
          </a:p>
          <a:p/>
          <a:p>
            <a:r>
              <a:t>为什么换基线：ARISE 是行级 SOTA，但闭源、不可复现，我们没法在同一套代码里做受控对比。所以我们换成 Agentless——开源、被广泛复现、端到端。把我们的覆盖率方法作为增量叠上去。顺带一个红利：复现 Agentless 是端到端的，不给金标文件，这就把之前 file-given 口径下绝对值虚高的质疑也消掉了。</a:t>
            </a:r>
          </a:p>
          <a:p/>
          <a:p>
            <a:r>
              <a:t>关键：Agentless 不用 R@k，它用两个指标。superset=准确度，就是候选集有没有装下全部金标行，越高越完整；LoC=精确度/成本，就是候选集有多少行，越小越精、下游修复越省。</a:t>
            </a:r>
          </a:p>
          <a:p/>
          <a:p>
            <a:r>
              <a:t>我们的目标用一句话说：用执行覆盖率同时做到准确度上升（把漏掉的对的行捞回来）和精确度上升（把多余的行筛掉）。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方法怎么设计的？先诊断瓶颈。把准确度 superset 逐层拆开：Agentless 文件层能装下全部金标的有 86%，到了区域收窄这一步掉到 64.9%——一步掉了 21 个点，这是最大瓶颈；而再往下的排序阶段只掉 3.5 个点。</a:t>
            </a:r>
          </a:p>
          <a:p/>
          <a:p>
            <a:r>
              <a:t>关键：这 −21pp 在『区域收窄』，是我们投票的上游。投票只在区域内部操作，救不回已经掉出区域的金标。所以想抬准确度，必须在上游动手。</a:t>
            </a:r>
          </a:p>
          <a:p/>
          <a:p>
            <a:r>
              <a:t>据此把覆盖率放到三个位置、各司其职：上游当 score——给执行行打分，把最像金标的行捞回区域，负责抬 superset；生成阶段当证据——标注执行行、喂 crash traceback；下游当 filter——投票结果和执行±2 求交，筛掉多余行，负责砍 LoC。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这一页解释上游『扩区域』的两种具体做法，也就是结果表里『投票+崩溃帧扩区域』和『投票+打分扩区域』的区别。</a:t>
            </a:r>
          </a:p>
          <a:p/>
          <a:p>
            <a:r>
              <a:t>先解释崩溃帧：崩溃时失败测试会打印 Traceback，每一行 File X line N in 某函数就是一个帧，记录崩溃那一刻程序停在哪个函数；整条栈就是从入口一路调用到出错点的『案发现场路线』上的那几个函数。</a:t>
            </a:r>
          </a:p>
          <a:p/>
          <a:p>
            <a:r>
              <a:t>崩溃帧扩区域：只把 traceback 里点名的那几个函数的执行行补回候选池。简单直接，但视野只到崩溃栈——如果修复在栈上函数调用的 helper 里、或在 issue 提到但不在栈上的函数里，就补不到。区域天花板从 68.4 抬到 70.2。</a:t>
            </a:r>
          </a:p>
          <a:p/>
          <a:p>
            <a:r>
              <a:t>打分扩区域（推荐）：不局限于栈，给所有执行行按『和 issue、崩溃的相关度』打分，取最相关的 top-30 补回。视野更广，区域天花板抬到 75.4，比崩溃帧更高。所以我们推荐打分扩区域。</a:t>
            </a:r>
          </a:p>
          <a:p/>
          <a:p>
            <a:r>
              <a:t>一句话：崩溃帧是顺着报错栈补行，打分是按相关度补最像金标的执行行、更全。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这一页补上覆盖率在另两处注入怎么起作用——前面详细讲了上游扩区域，这里讲生成通道①和下游 frontier。</a:t>
            </a:r>
          </a:p>
          <a:p/>
          <a:p>
            <a:r>
              <a:t>生成通道①：覆盖率不删也不选，而是当证据、当探照灯。投票的 prompt 里给执行过的行标个 &gt; 号，再把 crash 的 traceback 放前面，让模型沿执行路径反推根因。这样投票就聚焦到真正跑过的路径上，生成更可能是金标的候选。效果上，在 file-given 的实验里，光通道①就把 Line R@5 和 R@10 各抬了 5.3 个点；在 Agentless 上，它让投票能充分兑现扩展后的区域天花板。</a:t>
            </a:r>
          </a:p>
          <a:p/>
          <a:p>
            <a:r>
              <a:t>下游 frontier：覆盖率当筛子。投票出结果后，和执行±2 求交——±2 是为了保住紧邻执行行的插入锚点、避免把未执行的金标误删。它把区域里没被执行的上下文行筛掉，候选集更小更精。效果上，挂在 Agentless 自己的输出上能砍 40% 的候选行（299 降到 180）；而且在 crash·on-path 上金标必被执行，所以这个过滤是安全的、不误伤召回。</a:t>
            </a:r>
          </a:p>
          <a:p/>
          <a:p>
            <a:r>
              <a:t>一句话：同一个覆盖率信号，三种分工——上游打分抬召回、生成通道①提准度、下游过滤砍成本。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这是本节最关键的一页，专门回答一个尖锐的问题：RQ3 里我们做过消融，覆盖率当打分项 +score 完全无用、等于 Static；为什么这里当 score 又有用了？</a:t>
            </a:r>
          </a:p>
          <a:p/>
          <a:p>
            <a:r>
              <a:t>关键不在『score 还是 filter』这个名字，而在它作用在哪一层、改的是召回还是排序。</a:t>
            </a:r>
          </a:p>
          <a:p/>
          <a:p>
            <a:r>
              <a:t>RQ3 的 +score 是在一个『已经固定、已经有金标』的候选池里重排——它只能改次序，改不了池里有没有金标。而 RQ3 的瓶颈是判别：金标 85% 已经在池里，只是排不到第一。覆盖率是可达性信号、没有判别力，拿它去做判别的活，自然等于没做。这恰恰印证了我们的主线：覆盖率证明可达、不含判别。</a:t>
            </a:r>
          </a:p>
          <a:p/>
          <a:p>
            <a:r>
              <a:t>RQ4 的 score 是在『构建候选池』时决定加哪些行——它改的是池的成员，把 Agentless 漏在池外的执行金标捞回来。这是召回问题，正好是覆盖率可达性的强项。重排永远做不到把池外的金标弄进池，扩展可以。</a:t>
            </a:r>
          </a:p>
          <a:p/>
          <a:p>
            <a:r>
              <a:t>所以两个实验不矛盾，是同一条主线的两半：RQ3 证明覆盖率不能当判别信号，RQ4 证明它能当可达性信号。区别在宿主变了——我们自己的区域已经很全，没什么可救；Agentless 的区域更窄、有损，有 21 个点可救。把可达性信号用在可达性是瓶颈的地方，它就有用了。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结果表，指标只用 Agentless 自己汇报的两个：superset（准确度=候选集是否装下全部金标）和 LoC（精确度/成本=候选集有多少行）。方法名按『做了什么』命名。</a:t>
            </a:r>
          </a:p>
          <a:p/>
          <a:p>
            <a:r>
              <a:t>Agentless 基线：superset 66.7、候选 341 行。</a:t>
            </a:r>
          </a:p>
          <a:p/>
          <a:p>
            <a:r>
              <a:t>只换投票、不扩区域：superset 反而掉到 63.2——瓶颈在上游区域收窄，光替换定位没用，反面对照。</a:t>
            </a:r>
          </a:p>
          <a:p/>
          <a:p>
            <a:r>
              <a:t>投票+崩溃帧扩区域 / 投票+打分扩区域：都用执行覆盖率把可能是金标的执行行补回候选池，两者数值接近（都到 68.4），区别在天花板——打分的区域天花板更高（75.4 vs 70.2），故作推荐，细节见上一页。</a:t>
            </a:r>
          </a:p>
          <a:p/>
          <a:p>
            <a:r>
              <a:t>★推荐『投票+打分扩区域』：superset 68.4（比基线高 1.8）、候选 292 行（比基线少 14%）——两个轴都严格更好，Pareto 占优。通俗说：用更少 14% 的候选行，拿到更高的定位完整度。</a:t>
            </a:r>
          </a:p>
          <a:p/>
          <a:p>
            <a:r>
              <a:t>『并入 Agentless 预测』：不替换、而是保留 Agentless 定位再并上投票（真实实验 agentless/union_eval.py）。用崩溃帧投票并入，superset 能到 71.9（+5.3），候选 410 行（+20%）——这是想要最高完整度时的选择，和替换式的『省候选』是两个不同的 Pareto 点，不是谁支配谁。下一页专门讲两种投票并入的对比、以及为什么崩溃帧在并入里反而更好。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这一页专门讲『并入式』——保留 Agentless 自己的定位、再并上我们的投票，不替换。表里对比两种投票并入的结果，都和基线比。</a:t>
            </a:r>
          </a:p>
          <a:p/>
          <a:p>
            <a:r>
              <a:t>基线 66.7 / 341。用崩溃帧投票并入：N=40 到 70.2、候选 363（多 7%）；N=100 到 71.9、候选 410（多 20%）——完整度最高。用打分投票并入：N=40 只到 68.4，要到 70.2 得 N=150、候选涨到 512（多 50%）。所以并入这个框架里，崩溃帧明显比打分好。</a:t>
            </a:r>
          </a:p>
          <a:p/>
          <a:p>
            <a:r>
              <a:t>为什么？这跟替换式相反——替换式里是打分更好。我算了一个数：N=100 时，崩溃帧投票补进来 133 个新行，救回了 4 个实例的金标；打分补进来 202 个新行，却只救回 2 个。也就是崩溃帧补得少而准，打分补得多而散、多加的行大多不是金标，白涨 LoC。</a:t>
            </a:r>
          </a:p>
          <a:p/>
          <a:p>
            <a:r>
              <a:t>机理是两个框架对投票的需求相反。替换式里投票是唯一来源，需要『广』——视野宽才能把金标都捞进来，所以打分（在所有执行行里按相关度取 top-30）更好。并入式里 Agentless 已经提供了很广的覆盖，缺的只是它漏掉的那几行，需要的是『准』——聚焦崩溃路径的崩溃帧投票，正好补在 Agentless 漏的点上，所以崩溃帧更好。</a:t>
            </a:r>
          </a:p>
          <a:p/>
          <a:p>
            <a:r>
              <a:t>一句话：并入时看重的是和 Agentless 的『互补』，而不是投票自己更全。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RQ4 小结。一句话：用执行覆盖率把漏掉的对的行捞回来（更准），把多余的行筛掉（更精）。在可复现的 Agentless 上，我们同时做到准确度上升——superset 加 1.8，和精确度上升——LoC 减 14%，Pareto 占优基线。</a:t>
            </a:r>
          </a:p>
          <a:p/>
          <a:p>
            <a:r>
              <a:t>后续方向：瓶颈已经从区域召回转到判别了。『打分扩区域』把区域天花板抬到 75.4%，但在 LoC 不超基线的预算内，实际只兑现到 68.4——因为投票没能在少候选的前提下，把新捞进来的金标排到前面。所以下一步该攻判别力：缩池精排加覆盖率分档。另外，加 1.8 和减 14% 都在 57 例上、还欠统计功效，需要跑 SWE-bench Verified 扩样做显著性。</a:t>
            </a:r>
          </a:p>
          <a:p/>
          <a:p>
            <a:r>
              <a:t>诚实边界：结果在 crash·on-path 这个 oracle 定义的子集上，要披露；覆盖率来自失败测试，有 oracle 嫌疑要审计；superset 加 1.8 在 57 例上不显著，所以我更愿意把 LoC 效率——少 14% 到 28% 的候选行——当成更硬、更经得起审稿的卖点。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执行接地何时帮助 LLM 行级故障定位？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可达性，而非判别 · Reachability, Not Discrimination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566160"/>
            <a:ext cx="2011680" cy="54864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11535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RQ1–RQ3：做了什么实验 · 设计了什么方法 · 得到什么结果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冲 SOTA 作为 RQ4 / future work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基准 SWE-bench-Lite · 骨干 Qwen2.5-Coder-32B + 3 个开源模型复现 · 目标 CCF-B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背景与核心问题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定位召回是修复的硬上界；行级是最弱环——本文只做刻画+正确用法，冲 SOTA 留作 RQ4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874519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6634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LLM 修 repo issue：先定位、后修复。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定位召回 = 修复上界（找不到的行修不了）；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文件级已≈0.9，</a:t>
            </a: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行级最弱（端到端 R@10≈47%）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86200"/>
            <a:ext cx="2514600" cy="1371600"/>
          </a:xfrm>
          <a:prstGeom prst="roundRect">
            <a:avLst/>
          </a:prstGeom>
          <a:solidFill>
            <a:srgbClr val="E3ECF2"/>
          </a:solidFill>
          <a:ln w="12700">
            <a:solidFill>
              <a:srgbClr val="AE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251460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可达性 Reachability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进 top-k（进没进候选池）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886200"/>
            <a:ext cx="2514600" cy="1371600"/>
          </a:xfrm>
          <a:prstGeom prst="roundRect">
            <a:avLst/>
          </a:prstGeom>
          <a:solidFill>
            <a:srgbClr val="E3ECF2"/>
          </a:solidFill>
          <a:ln w="12700">
            <a:solidFill>
              <a:srgbClr val="E6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886200"/>
            <a:ext cx="251460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判别 Discrimination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排第一（顶没顶到最前）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349240" cy="123444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4632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执行接地能否在自一致性之上，补上它缺的『判别力』？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46120"/>
            <a:ext cx="960120" cy="512064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246120"/>
            <a:ext cx="96012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46120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地形：召回丢在哪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04487"/>
            <a:ext cx="960120" cy="512064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904487"/>
            <a:ext cx="96012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904487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证伪：覆盖率作直接信号行不行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562856"/>
            <a:ext cx="960120" cy="512064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562856"/>
            <a:ext cx="96012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56285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正确用法：覆盖率作过滤器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221224"/>
            <a:ext cx="960120" cy="512064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221224"/>
            <a:ext cx="96012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22122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冲 SOTA / 破判别天花板（future work）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研究设计：基线方法 + 干净隔离覆盖率的实验口径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所有 RQ 共享的实验设置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331720" cy="9601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33172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文件定位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0088" y="2221992"/>
            <a:ext cx="347472" cy="365760"/>
          </a:xfrm>
          <a:prstGeom prst="rightArrow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5848" y="1920240"/>
            <a:ext cx="2331720" cy="9601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920240"/>
            <a:ext cx="233172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区域收窄
2000→~200 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05855" y="2221992"/>
            <a:ext cx="347472" cy="365760"/>
          </a:xfrm>
          <a:prstGeom prst="rightArrow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71616" y="1920240"/>
            <a:ext cx="2331720" cy="9601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20240"/>
            <a:ext cx="233172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自一致性投票
k 采样取并集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21624" y="2221992"/>
            <a:ext cx="347472" cy="365760"/>
          </a:xfrm>
          <a:prstGeom prst="rightArrow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87384" y="1920240"/>
            <a:ext cx="2331720" cy="9601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87384" y="1920240"/>
            <a:ext cx="233172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RRF 排序
投票+图+共识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1091153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方法：先把范围缩到 ~200 行，再用『投票挣召回 + RRF 定序』——这是被评测的定位流水线。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2487853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2487853" cy="4114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2487853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69080"/>
            <a:ext cx="2268397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SWE-bench-Lite 300 例
100% 单一金标文件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973" y="3566160"/>
            <a:ext cx="2487853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47973" y="3566160"/>
            <a:ext cx="2487853" cy="41148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973" y="3566160"/>
            <a:ext cx="2487853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口径 file-given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701" y="4069080"/>
            <a:ext cx="2268397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只在金标文件内排序
旁路文件定位噪声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3566160"/>
            <a:ext cx="2487853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5867" y="3566160"/>
            <a:ext cx="2487853" cy="4114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5867" y="3566160"/>
            <a:ext cx="2487853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5595" y="4069080"/>
            <a:ext cx="2268397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crash / on-path
执行原则上能帮之处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3761" y="3566160"/>
            <a:ext cx="2487853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3761" y="3566160"/>
            <a:ext cx="2487853" cy="4114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3761" y="3566160"/>
            <a:ext cx="2487853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稳健性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489" y="4069080"/>
            <a:ext cx="2268397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4 个骨干模型
复现主结果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10911535" cy="91440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5212080"/>
            <a:ext cx="10271455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关键设计：file-given 口径 = 只在给定的正确文件内排序。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→ 带/不带覆盖率的差异只能归因于『执行接地』本身，与文件定位、模型能力无关。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召回丢在哪：六维分层刻画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实验：300 实例、六维分层，报 R@10 与『给定命中文件』召回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74519"/>
          <a:ext cx="35661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0916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文件级定位 = 一阶闸门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多文件下全金标命中仅 35% → 全局召回 0.277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6949440" cy="41605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03120"/>
            <a:ext cx="6309360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结果与分析（Table 1）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① 文件闸门主导：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命中 63.3% vs 未命中 0%——文件没找对，行排序无能为力。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② 大文件精确率墙：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R@10 随规模 51.3→29.4，即便给定文件也降。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③ 领域效应强：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scikit-learn 26% ≪ django 54%。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④ 多行修复伤『找全』：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金标行越多，给定命中召回 45→38。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⑤ 缺陷类型不影响可达召回：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crash 46.8% ≈ behavioral 46.6%。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→ 分析：⑤是关键伏笔——缺陷类型改变的是执行『如何』帮忙，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　 而非一行『是否』可定位。直接引出 RQ2。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证伪『覆盖率作直接信号』：三个子实验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『直接信号』只有两种用法（候选集 / 排序分数）→ 拆成三个必要条件，三个子实验各封死一个（Docker 内采真实覆盖）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39333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C6C4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393338" cy="548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39333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粗粒度统计 → 否『候选集』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78608"/>
            <a:ext cx="299100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中位 259 行 / 金标文件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37560"/>
            <a:ext cx="2991002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覆盖率无内部排序——
约 259 行的『大草垛』；
crash vs behav 仅差 +6.5pp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874519"/>
            <a:ext cx="339333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C6C4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874519"/>
            <a:ext cx="3393338" cy="548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874519"/>
            <a:ext cx="339333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83% 天花板 → 否『召回上界』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346" y="2578608"/>
            <a:ext cx="299100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只有 57/68 有金标被执行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346" y="3337560"/>
            <a:ext cx="2991002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16% 改在没跑过的代码：
漏分支 6 + 插入 4 + 未达 1
（任何执行方法都救不了）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874519"/>
            <a:ext cx="339333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C6C4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874519"/>
            <a:ext cx="3393338" cy="548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8276" y="1874519"/>
            <a:ext cx="3393338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SBFL 差分(9 例) → 否『排序』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444" y="2578608"/>
            <a:ext cx="299100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堵最强反驳：差分谱能排序吗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9444" y="3337560"/>
            <a:ext cx="2991002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仅 3/9 控制流可区分；
数据层『仅失败』集为空、
不含金标(Table 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0911535" cy="91440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5212080"/>
            <a:ext cx="10271455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结果：把执行覆盖率用作『直接候选集』或『排序信号』——在真实 issue 上被证伪。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分析：①③递进（平面集合无从排序→差分仍空）、②正交封召回——共同根因：覆盖率只记录『哪些行跑过』。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机理：控制流缺陷 vs 数据层缺陷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覆盖率 / 回溯 / SBFL 都只是『成员关系(控制流)信号』——只告诉你哪些行跑过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257800" cy="3566160"/>
          </a:xfrm>
          <a:prstGeom prst="roundRect">
            <a:avLst/>
          </a:prstGeom>
          <a:solidFill>
            <a:srgbClr val="E4F1E9"/>
          </a:solidFill>
          <a:ln w="15240">
            <a:solidFill>
              <a:srgbClr val="BFE0CC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29968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(a) 控制流可区分 ✔ 信号生效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560320"/>
            <a:ext cx="4663440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失败输入走了一条</a:t>
            </a:r>
            <a:r>
              <a:rPr sz="13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不同的路径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金标行出现在『仅失败』覆盖里。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覆盖率过滤、SBFL 差分、回溯栈全生效。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例：matplotlib-22711（5/13 金标在仅失败集）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3566160"/>
          </a:xfrm>
          <a:prstGeom prst="roundRect">
            <a:avLst/>
          </a:prstGeom>
          <a:solidFill>
            <a:srgbClr val="F6E5E4"/>
          </a:solidFill>
          <a:ln w="15240">
            <a:solidFill>
              <a:srgbClr val="E6C6C4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29968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(b) 数据层 ✘ 信号失效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663440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同样的行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在通过和失败测试都跑到，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SBFL 差分为空；或修复落在</a:t>
            </a:r>
            <a:r>
              <a:rPr sz="13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跳过的分支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上。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覆盖率只剩『成员关系』= 一个过滤器。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例：astropy-14182（0/14）· django-14017（漏分支）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32120"/>
            <a:ext cx="10911535" cy="68580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11535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SWE-bench 以 (b) 数据层为主导（可计算差分的 9 例中 6/9）——这条区分统一解释了 RQ2 的每个负面结果。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方法：覆盖率作『召回侧过滤器』+ on/off-path 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设计四臂消融，干净拆出『过滤』与『打分』的贡献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212080" cy="2286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on-path：把候选/投票限制到失败测试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真执行到的行（删非执行干扰项）。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off-path：金标不在执行集 → </a:t>
            </a: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回退纯静态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→ 路由是必需的：盲过滤会删掉 off-path 金标。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49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6E0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四臂消融设计（隔离过滤 vs 打分）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450592"/>
            <a:ext cx="1737360" cy="329184"/>
          </a:xfrm>
          <a:prstGeom prst="round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50592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50592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无覆盖（基线）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852928"/>
            <a:ext cx="1737360" cy="329184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52928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52928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覆盖率作额外排序分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255264"/>
            <a:ext cx="1737360" cy="329184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55264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55264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投票限制到执行行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657600"/>
            <a:ext cx="1737360" cy="329184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+filter+score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657600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两者都加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0911535" cy="1783080"/>
          </a:xfrm>
          <a:prstGeom prst="roundRect">
            <a:avLst/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526280"/>
            <a:ext cx="10271455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为什么这样设计（分析）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覆盖率有两种可能用法：当『排序分』(+score) 或当『过滤器』(+filter)。四臂 2×2 把二者干净分开。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若 +score ≈ Static 而 +filter 明显更高 → 证明有用的是『过滤』这个成员关系操作，不是『打分』。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先在无 LLM 的 def-use 排序器上做（隔离信号），再放回完整流水线复核（下两页）。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结果①：过滤器显著有效（离线 def-use）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crash on-path · 无 LLM：R@10 +14.1pp（CI [3.5, 24.6]）、候选集 −55%（Table 4/5）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20240"/>
          <a:ext cx="36576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6320"/>
            <a:ext cx="3657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1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+14.1pp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95% CI [3.5, 24.6]，候选集 −55%（837→378）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920240"/>
            <a:ext cx="6903720" cy="4206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6309360" cy="3931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机理（工作实例 django-16873，982 行）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静态给 656 候选，金标排 </a:t>
            </a:r>
            <a:r>
              <a:rPr sz="13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第 40 位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（漏）→ 限到执行的 75 行 → </a:t>
            </a:r>
            <a:r>
              <a:rPr sz="13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第 6 位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（命中）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排序器没变；纯靠删非执行行让召回与精度一起升。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分析要点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召回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3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精度同升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：候选减半的同时 R@10 反升——化解 RQ1 的大文件精度墙。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behavioral on-path 也 +6.9pp；off-path 归零（静态仍 45.5）→ </a:t>
            </a:r>
            <a:r>
              <a:rPr sz="13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路由必需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诚实标注：+14pp 是 </a:t>
            </a: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oracle 路由机理上界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；可部署下限 </a:t>
            </a: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+4.5pp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结果②：完整流水线 +12.3pp，且『打分』毫无贡献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四臂消融的关键读数：+score≡Static，+filter 才是功臣（Table 7 / Fig 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6596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5943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R@10（crash on-path, n=57, 完整投票+图+LLM 流水线）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65960"/>
            <a:ext cx="4754880" cy="41605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48840"/>
            <a:ext cx="4251960" cy="3794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+12.3pp</a:t>
            </a: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  CI [1.8,22.8] 显著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• +score </a:t>
            </a:r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≡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Static（打分项零贡献）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• +filter </a:t>
            </a:r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+filter+score（过滤=功臣）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有用的是『过滤(成员关系)』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　 不是『打分(需判别)』。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增益只在 R@10；R@1/R@5 不显著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提升</a:t>
            </a:r>
            <a:r>
              <a:rPr sz="13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可达性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，不提</a:t>
            </a: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判别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＝ 和自一致性撞同一道天花板。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结果③：过滤器增益在 4 个骨干上复现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M（+filter+score）− Static 的 ΔR@10，协议一致（Table 8）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65960"/>
          <a:ext cx="6492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965960"/>
            <a:ext cx="4160520" cy="38404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194560"/>
            <a:ext cx="3657600" cy="3474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ΔR@10 </a:t>
            </a:r>
            <a:r>
              <a:rPr sz="15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4/4 为正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其中 </a:t>
            </a:r>
            <a:r>
              <a:rPr sz="14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3/4 显著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（CI 不含 0）。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GLM 点估计同为 +8.8，n=57 未达显著。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8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效应</a:t>
            </a:r>
            <a:r>
              <a:rPr sz="13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方向稳（4/4 正）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，量级为松界。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'只提 R@10' 是 Qwen 特有；更强骨干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R@5 也升 → 头条效应可泛化。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RQ1–RQ3 小结：一条『信号类型学』串起全部结果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1153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28016" cy="1024128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19" y="2084832"/>
            <a:ext cx="1051560" cy="512064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084832"/>
            <a:ext cx="1051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938528"/>
            <a:ext cx="36576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刻画『行定位为何失败』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38528"/>
            <a:ext cx="5333695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六维分层：文件闸门、大文件精度墙、强领域效应。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62656"/>
            <a:ext cx="1091153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62656"/>
            <a:ext cx="128016" cy="1024128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19" y="3218688"/>
            <a:ext cx="1051560" cy="512064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3218688"/>
            <a:ext cx="1051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72384"/>
            <a:ext cx="36576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证伪『覆盖率作直接信号』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72384"/>
            <a:ext cx="5333695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机理根因：粗粒度、83% 结构天花板、SBFL 差分对数据层为空。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96512"/>
            <a:ext cx="1091153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96512"/>
            <a:ext cx="128016" cy="1024128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352544"/>
            <a:ext cx="1051560" cy="512064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52544"/>
            <a:ext cx="1051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206240"/>
            <a:ext cx="36576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覆盖率作过滤器 + 精确边界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06240"/>
            <a:ext cx="5333695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on-path +14pp / 候选 −55%，完整流水线 +12.3pp，4 骨干复现；路由必需。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091153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128016" cy="10241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19" y="5486400"/>
            <a:ext cx="1051560" cy="512064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5486400"/>
            <a:ext cx="1051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340096"/>
            <a:ext cx="36576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统一信号类型学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40096"/>
            <a:ext cx="5333695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自一致性与覆盖率都是『成员关系信号』：证明可达、不含判别——故都撞 R@1 天花板。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冲 SOTA 作为 RQ4：换正交信号，打破判别天花板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本文不追求 SOTA 绝对值；RQ4 才是冲 SOTA 的路——已有初步证据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65960"/>
          <a:ext cx="58521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40680"/>
            <a:ext cx="5852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R@1（把出错行排到第一 = 判别）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965960"/>
            <a:ext cx="4846320" cy="41605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148840"/>
            <a:ext cx="434340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为什么这是冲 SOTA 的路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判别是墙；破它要靠与覆盖率、与同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模型自一致性都</a:t>
            </a: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正交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的信号。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初步证据（Table 9）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oracle 上界：R@1 </a:t>
            </a:r>
            <a:r>
              <a:rPr sz="13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+14.0pp 全显著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→ 天花板</a:t>
            </a:r>
            <a:r>
              <a:rPr sz="13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并非固有、可破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真实异质验证器（不给金标）：+7.0pp，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实现约一半（n=57 未显著）。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6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→ RQ4 目标：做成可部署验证器，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　 把行级 R@1 顶上去、逼近/超过 SOTA。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911535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执行覆盖率是</a:t>
            </a:r>
            <a:r>
              <a:rPr sz="26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『召回侧过滤器』</a:t>
            </a: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，不是排序信号。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8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只能证明『可达』的信号，打不破『判别』的天花板；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 SOTA 要换一类正交信号——这是 RQ4。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201168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1091153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退可投：</a:t>
            </a: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 刻画 + RQ2 证伪 + RQ3 过滤方法 + 类型学，三组实验做完、数字可精确复现，自洽可投 CCF-B。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进可攻：</a:t>
            </a: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 用正交/异质验证器破判别天花板、冲 SOTA（oracle 上界 R@1 +14pp 已证可行）。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把方法迁移到可复现 SOTA 基线：Agentless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S12 曾把冲 SOTA 列为 future work；本节给出一个已完成的具体 RQ4 实验（准确度↑ + 精确度↑）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40680" cy="2377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89204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为什么换基线？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· ARISE（行级 SOTA）闭源、不可复现 → 无法做受控对比。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· Agentless（FSE’25，开源、被广泛复现、端到端）→ 作同底座基线，把我们的方法叠上去。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· 红利：复现 Agentless = 端到端（不给金标文件），</a:t>
            </a:r>
            <a:r>
              <a:rPr sz="13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顺带消除了 file-given 绝对值虚高的质疑。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0368" cy="822960"/>
          </a:xfrm>
          <a:prstGeom prst="roundRect">
            <a:avLst/>
          </a:prstGeom>
          <a:solidFill>
            <a:srgbClr val="13294B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230368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Agentless 的两个评测指标（不是 R@k）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88920"/>
            <a:ext cx="2542032" cy="1417320"/>
          </a:xfrm>
          <a:prstGeom prst="roundRect">
            <a:avLst/>
          </a:prstGeom>
          <a:solidFill>
            <a:srgbClr val="E3ECF2"/>
          </a:solidFill>
          <a:ln w="12700">
            <a:solidFill>
              <a:srgbClr val="AE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788920"/>
            <a:ext cx="2542032" cy="1417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superset = 准确度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候选集是否装下『全部』金标行
越高 = 定位越完整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788920"/>
            <a:ext cx="2532888" cy="1417320"/>
          </a:xfrm>
          <a:prstGeom prst="roundRect">
            <a:avLst/>
          </a:prstGeom>
          <a:solidFill>
            <a:srgbClr val="E3ECF2"/>
          </a:solidFill>
          <a:ln w="12700">
            <a:solidFill>
              <a:srgbClr val="E6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788920"/>
            <a:ext cx="2532888" cy="1417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LoC = 精确度/成本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候选集有多少行
越小 = 越精、下游修复越省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91153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572000"/>
            <a:ext cx="10271455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范围（同前）：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crash·on-path，n=57，backbone = DeepSeek-V3；只解决这一类 issue。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目标（一句话）：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 Agentless 的定位结果上，用执行覆盖率同时做到两件事——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　① 准确度上升（superset↑：把 Agentless 漏掉的『对的行』捞回来）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　② 精确度上升（LoC↓：把没执行的『多余行』筛掉）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方法：先找瓶颈，再把覆盖率放对位置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诊断=瓶颈在 Agentless『区域收窄』(−21pp，在我们上游)；据此三处注入覆盖率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准确度(superset)逐层漏斗：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120640" cy="512064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02335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Agentless 文件层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9144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98648"/>
            <a:ext cx="3840480" cy="512064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98648"/>
            <a:ext cx="27432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区域收窄·相关元素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98648"/>
            <a:ext cx="9144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57016"/>
            <a:ext cx="3639312" cy="512064"/>
          </a:xfrm>
          <a:prstGeom prst="round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57016"/>
            <a:ext cx="25420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排序·编辑集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3557016"/>
            <a:ext cx="9144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61.4%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5394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→ 最大损失 −21pp 在②『区域收窄』——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而这是我们投票的上游，投票救不回已掉出区域的金标。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257800" cy="640080"/>
          </a:xfrm>
          <a:prstGeom prst="roundRect">
            <a:avLst/>
          </a:prstGeom>
          <a:solidFill>
            <a:srgbClr val="13294B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828800"/>
            <a:ext cx="5257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覆盖率的三处注入（按阶段分工）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5176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651760"/>
            <a:ext cx="128016" cy="96012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43200"/>
            <a:ext cx="4892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上游 · 选择性扩展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覆盖率当 score：给执行行打分，把最像金标的行捞回区域 → 抬 superset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30752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30752"/>
            <a:ext cx="128016" cy="9601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822191"/>
            <a:ext cx="4892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生成 · 通道①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覆盖率当证据：投票 prompt 标注执行行 + 前置 crash traceback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09744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09744"/>
            <a:ext cx="128016" cy="9601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01183"/>
            <a:ext cx="4892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下游 · frontier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覆盖率当 filter：投票结果 ∩ 执行±2，筛掉多余行 → 砍 LoC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上游『扩区域』的两种做法：崩溃帧 vs 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两者都用执行覆盖率把漏掉的金标行捞回候选池；区别在『补哪些行』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10911535" cy="749808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362895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『崩溃帧』是什么：</a:t>
            </a: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崩溃时失败测试打印的 Traceback，每行 “File X, line N, in 某函数” 就是一个帧——记录崩溃那刻程序停在哪个函数。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整条栈 = 从入口一路调到出错点的『案发现场路线』上的那几个函数。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874519" cy="566928"/>
          </a:xfrm>
          <a:prstGeom prst="roundRect">
            <a:avLst/>
          </a:prstGeom>
          <a:solidFill>
            <a:srgbClr val="1F2A3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8745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606040"/>
            <a:ext cx="4389120" cy="566928"/>
          </a:xfrm>
          <a:prstGeom prst="roundRect">
            <a:avLst/>
          </a:prstGeom>
          <a:solidFill>
            <a:srgbClr val="EE6C4D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606040"/>
            <a:ext cx="43891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崩溃帧扩区域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606040"/>
            <a:ext cx="4434840" cy="566928"/>
          </a:xfrm>
          <a:prstGeom prst="roundRect">
            <a:avLst/>
          </a:prstGeom>
          <a:solidFill>
            <a:srgbClr val="2A9D5C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606040"/>
            <a:ext cx="44348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打分扩区域　★推荐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72968"/>
            <a:ext cx="1874519" cy="859536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3172968"/>
            <a:ext cx="1728216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补哪些
执行行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172968"/>
            <a:ext cx="438912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172968"/>
            <a:ext cx="411480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只补 traceback 里点名的函数的执行行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172968"/>
            <a:ext cx="443484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172968"/>
            <a:ext cx="41605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给所有执行行按『和 issue/崩溃的相关度』
打分，取 top-30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32504"/>
            <a:ext cx="1874519" cy="859536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1" y="4032504"/>
            <a:ext cx="1728216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能捞回多少
(区域天花板)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4032504"/>
            <a:ext cx="438912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32504"/>
            <a:ext cx="411480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68.4 → 70.2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4032504"/>
            <a:ext cx="443484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4032504"/>
            <a:ext cx="41605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68.4 → 75.4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92040"/>
            <a:ext cx="1874519" cy="859536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1" y="4892040"/>
            <a:ext cx="1728216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局限 / 为何推荐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892040"/>
            <a:ext cx="438912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4892040"/>
            <a:ext cx="411480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只覆盖『栈上直接点名』的函数；
修复在 helper、或不在栈上就捞不到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4892040"/>
            <a:ext cx="4434840" cy="859536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892040"/>
            <a:ext cx="41605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视野更广、天花板更高
→ 故作推荐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79592"/>
            <a:ext cx="10911535" cy="64008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5879592"/>
            <a:ext cx="10271455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崩溃帧 = 顺着报错栈补行(简单、视野窄)；打分 = 按相关度补最像金标的执行行(更全、天花板更高) → 推荐打分。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覆盖率的另两处作用：生成·通道① 与 下游·frontier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上游『扩区域』已讲(前页)；这两处是覆盖率在【生成】和【过滤】阶段怎么起作用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46304" cy="187451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10225735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>
                <a:solidFill>
                  <a:srgbClr val="B07000"/>
                </a:solidFill>
                <a:latin typeface="Microsoft YaHei"/>
                <a:ea typeface="Microsoft YaHei"/>
                <a:cs typeface="Microsoft YaHei"/>
              </a:rPr>
              <a:t>生成 · 通道① —— 覆盖率当【证据 / 探照灯】，喂给 LLM 生成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机制：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投票 prompt 给执行行标『&gt;』+ 前置 crash traceback + “沿执行路径反推根因”指令。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覆盖率的角色：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不删也不选，而是把『这些行真跑过、崩在哪』当证据喂给生成 → 让投票聚焦执行路径、生成更可能命中金标的候选。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file-given 实验里通道①独立抬 Line R@5 / R@10 各 +5.3；在 Agentless 上让投票充分 realize 扩展后的区域天花板。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1091153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94760"/>
            <a:ext cx="146304" cy="1874519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22776"/>
            <a:ext cx="10225735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>
                <a:solidFill>
                  <a:srgbClr val="B03A20"/>
                </a:solidFill>
                <a:latin typeface="Microsoft YaHei"/>
                <a:ea typeface="Microsoft YaHei"/>
                <a:cs typeface="Microsoft YaHei"/>
              </a:rPr>
              <a:t>下游 · frontier —— 覆盖率当【筛子】，过滤候选、砍 LoC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机制：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投票结果 ∩ 执行±2（±2 = 保住紧邻执行行的插入锚点，避免误删未执行的金标）。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覆盖率的角色：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当筛子，把区域里『没被执行』的上下文行筛掉 → 候选集更小、更精。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挂 Agentless 自己的输出上砍 −40% LoC（早期信号 299→180）；crash·on-path 金标必被执行，过滤安全、不误伤召回。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911535" cy="658368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5806440"/>
            <a:ext cx="1027145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同一个覆盖率信号、三种分工：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 score『抬召回』(捞回漏的金标) · 生成通道①『提准度』(照亮执行路径) · 下游 filter『砍成本』(筛掉没跑的行)。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关键：为什么 RQ3 的『打分』无用，这里却有用？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同一个覆盖率——区别不在『score 还是 filter』，而在『作用在哪层、改召回还是改排序』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777240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49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 的 +score（页9）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下游 · 重排一个已固定的池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作用位置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2743200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在已有候选池里重排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改变什么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3401568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只改『次序』(池里有啥不变)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59935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59935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针对的瓶颈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4059935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判别(金标已在池、排不到前)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18304"/>
            <a:ext cx="5349240" cy="603504"/>
          </a:xfrm>
          <a:prstGeom prst="rect">
            <a:avLst/>
          </a:prstGeom>
          <a:solidFill>
            <a:srgbClr val="F6E5E4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18304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39" y="4718304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2413A"/>
                </a:solidFill>
                <a:latin typeface="Microsoft YaHei"/>
                <a:ea typeface="Microsoft YaHei"/>
                <a:cs typeface="Microsoft YaHei"/>
              </a:rPr>
              <a:t>≡ Static，零贡献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828800"/>
            <a:ext cx="5349240" cy="777240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828800"/>
            <a:ext cx="5349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 的 score（本节）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 · 决定往池里加哪些行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743200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743200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作用位置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19" y="2743200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构建候选池、选新成员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401568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01568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改变什么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3401568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改『成员』(把池外金标捞进来)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4059935"/>
            <a:ext cx="5349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059935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针对的瓶颈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19" y="4059935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召回(金标被窄区域漏掉 −21pp)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718304"/>
            <a:ext cx="5349240" cy="603504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18304"/>
            <a:ext cx="1371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4718304"/>
            <a:ext cx="37033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抬 superset(+7pp 天花板)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468112"/>
            <a:ext cx="10911535" cy="86868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19" y="5468112"/>
            <a:ext cx="1027145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和解：覆盖率是『可达性』信号。</a:t>
            </a: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 拿它做『判别』(重排)→ 无用；RQ4 拿它做『可达性』(扩池)→ 有用。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这不矛盾，正是 RQ1–3 主线的两半：区别在宿主变了——我们自己的区域已很全(无可救)，Agentless 的区域更窄有损(有 −21pp 可救)。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结果：横向方法对比(基于 Agentless 基线)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crash·on-path n=57 · DeepSeek-V3 · 指标 = Agentless 原生的 superset(准确度) 与 LoC(精确度)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852160" cy="457200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方法（含义见下方说明）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2514600" cy="457200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superset · 准确度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737360"/>
            <a:ext cx="2542032" cy="457200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373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 · 精确度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5852160" cy="457200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Agentless 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94560"/>
            <a:ext cx="2514600" cy="457200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66.7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194560"/>
            <a:ext cx="2542032" cy="457200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1945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5852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517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只换投票 · 不扩区域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517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63.2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651760"/>
            <a:ext cx="25420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6517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233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108960"/>
            <a:ext cx="5852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089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投票 + 崩溃帧扩区域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1089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089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68.4 (+1.8)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3108960"/>
            <a:ext cx="25420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1089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290 (−15%)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66160"/>
            <a:ext cx="5852160" cy="457200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5661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投票 + 打分扩区域　★推荐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566160"/>
            <a:ext cx="2514600" cy="457200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5661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68.4 (+1.8)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566160"/>
            <a:ext cx="2542032" cy="457200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5661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292 (−14%)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23360"/>
            <a:ext cx="5852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023360"/>
            <a:ext cx="5669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并入 Agentless 预测(崩溃帧)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02336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23360"/>
            <a:ext cx="2514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71.9 (+5.3)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4023360"/>
            <a:ext cx="25420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4023360"/>
            <a:ext cx="25420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410 (+20%)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590288"/>
            <a:ext cx="10911535" cy="105156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663440"/>
            <a:ext cx="10362895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方法说明（都以 Agentless 定位结果为基础，只改『编辑位置』这一步）：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· 只换投票 = 用我们的自洽投票替换 Agentless 的定位（不扩区域）→ 反而更差，说明瓶颈在上游区域。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1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· 扩区域 = 用执行覆盖率把『可能是金标的执行行』补回候选池(准确度↑)；</a:t>
            </a: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崩溃帧/打分两种做法见上页（打分天花板更高、故推荐）。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1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· 并入 Agentless 预测 = 保留 Agentless 定位再『并上』投票（不替换）；用崩溃帧投票完整度最高(71.9)。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　替换 vs 并入是两个 Pareto 点：替换·打分『省候选』(−14%)，并入·崩溃帧『更全』(+5.3)——详见下页。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751576"/>
            <a:ext cx="10911535" cy="77724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19" y="5751576"/>
            <a:ext cx="10271455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通俗读法：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推荐法(投票+打分扩区域)相对 Agentless——准确度↑(66.7→68.4)、精确度↑(341→292，少 14% 候选行)。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两个轴都严格更好 = Pareto 占优；核心叙事 =『用更少的候选行，拿到相等或更高的定位完整度』。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051560" cy="54864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365760"/>
            <a:ext cx="963137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并入式：两种投票并入 Agentless，为何崩溃帧更好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『并入』= 保留 Agentless 定位再并上投票(不替换)；均为 并集∩frontier，n=57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4846320" cy="420624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691640"/>
            <a:ext cx="2103120" cy="420624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691640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superset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19" y="1691640"/>
            <a:ext cx="2011680" cy="420624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91640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91640"/>
            <a:ext cx="1947672" cy="420624"/>
          </a:xfrm>
          <a:prstGeom prst="rect">
            <a:avLst/>
          </a:prstGeom>
          <a:solidFill>
            <a:srgbClr val="13294B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 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12264"/>
            <a:ext cx="4846320" cy="420624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12264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Agentless 基线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12264"/>
            <a:ext cx="2103120" cy="420624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112264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66.7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19" y="2112264"/>
            <a:ext cx="2011680" cy="420624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112264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112264"/>
            <a:ext cx="1947672" cy="420624"/>
          </a:xfrm>
          <a:prstGeom prst="rect">
            <a:avLst/>
          </a:prstGeom>
          <a:solidFill>
            <a:srgbClr val="E3ECF2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112264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532888"/>
            <a:ext cx="4846320" cy="420624"/>
          </a:xfrm>
          <a:prstGeom prst="rect">
            <a:avLst/>
          </a:prstGeom>
          <a:solidFill>
            <a:srgbClr val="EAF3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532888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并入·崩溃帧(V1)  N=40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532888"/>
            <a:ext cx="2103120" cy="420624"/>
          </a:xfrm>
          <a:prstGeom prst="rect">
            <a:avLst/>
          </a:prstGeom>
          <a:solidFill>
            <a:srgbClr val="EAF3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532888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70.2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19" y="2532888"/>
            <a:ext cx="2011680" cy="420624"/>
          </a:xfrm>
          <a:prstGeom prst="rect">
            <a:avLst/>
          </a:prstGeom>
          <a:solidFill>
            <a:srgbClr val="EAF3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2532888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532888"/>
            <a:ext cx="1947672" cy="420624"/>
          </a:xfrm>
          <a:prstGeom prst="rect">
            <a:avLst/>
          </a:prstGeom>
          <a:solidFill>
            <a:srgbClr val="EAF3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532888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+3.5 / +7%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53512"/>
            <a:ext cx="4846320" cy="420624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2953512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并入·崩溃帧(V1)  N=100 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953512"/>
            <a:ext cx="2103120" cy="420624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2953512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71.9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19" y="2953512"/>
            <a:ext cx="2011680" cy="420624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19" y="2953512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410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2953512"/>
            <a:ext cx="1947672" cy="420624"/>
          </a:xfrm>
          <a:prstGeom prst="rect">
            <a:avLst/>
          </a:prstGeom>
          <a:solidFill>
            <a:srgbClr val="E4F1E9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953512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+5.3 / +20%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374136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374136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并入·打分(V2)  N=40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374136"/>
            <a:ext cx="2103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374136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68.4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19" y="3374136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3374136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3374136"/>
            <a:ext cx="19476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3374136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+1.8 / +14%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794760"/>
            <a:ext cx="4846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3794760"/>
            <a:ext cx="46634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并入·打分(V2)  N=150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794760"/>
            <a:ext cx="2103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3794760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70.2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19" y="3794760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19" y="3794760"/>
            <a:ext cx="2011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3794760"/>
            <a:ext cx="19476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0" y="3794760"/>
            <a:ext cx="194767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+3.5 / +50%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379976"/>
            <a:ext cx="10911535" cy="21488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19" y="4507992"/>
            <a:ext cx="10271455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为什么『并入』里崩溃帧反而更好？（替换式里却是打分更好）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① 数据（N=100）：投票补进来的『新增行』——</a:t>
            </a:r>
            <a:r>
              <a:rPr sz="1250" b="0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崩溃帧 133 行救回 4 个实例的金标；打分 202 行只救回 2 个。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　→ 崩溃帧补得『少而准』，打分补得『多而散』(多加的行大多没金标，徒增 LoC)。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② 机理：两个框架对投票的需求相反——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　• 替换式：投票是唯一来源 → 需要『广』(视野宽才捞得全) → </a:t>
            </a:r>
            <a:r>
              <a:rPr sz="12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打分(top-30 相关执行行)胜。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　• 并入式：Agentless 已经很『广』、只缺它漏的那几行 → 需要『准』(聚焦崩溃路径) → </a:t>
            </a:r>
            <a:r>
              <a:rPr sz="12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崩溃帧胜。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一句话：并入时看重的是『和 Agentless 互补』而非『自己更全』——崩溃帧顺着报错栈补，正好补在 Agentless 漏的点上。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RQ4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11535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22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用执行覆盖率把漏掉的对的行『捞回来』(更准) + 把多余的行『筛掉』(更精)。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在可复现的 Agentless 上，同时做到准确度↑(superset +1.8) 与 精确度↑(LoC −14%)，Pareto 占优基线。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429000"/>
            <a:ext cx="2011680" cy="45720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5349240" cy="21945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5349240" cy="2194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931920"/>
            <a:ext cx="47548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5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后续优化方向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瓶颈已从『区域召回』转到『判别』：『打分扩区域』把区域天花板抬到 75.4%，但预算内 realized 仍卡 68.4——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　投票没能在少候选下把新捞进来的金标排到前面。下一步攻判别力(缩池精排 + 覆盖率分档)。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扩样固化：+1.8 与 −14% 均在 n=57，欠功效 → 跑 SWE-bench Verified 的 crash·on-path 做显著性。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49039"/>
            <a:ext cx="5257800" cy="21945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749039"/>
            <a:ext cx="5257800" cy="2194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6634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50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诚实边界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结果在 crash·on-path(oracle 定义子集)上，须作为 scope 假设披露。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覆盖率来自失败测试(FAIL_TO_PASS 可能是 patch 新增测试的 oracle 嫌疑，须审计)。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· superset +1.8 @ n=57 欠功效；</a:t>
            </a:r>
            <a:r>
              <a:rPr sz="1250" b="1">
                <a:solidFill>
                  <a:srgbClr val="E0A458"/>
                </a:solidFill>
                <a:latin typeface="Microsoft YaHei"/>
                <a:ea typeface="Microsoft YaHei"/>
                <a:cs typeface="Microsoft YaHei"/>
              </a:rPr>
              <a:t>LoC 效率(−14~28%)是更硬、更可复现的卖点。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