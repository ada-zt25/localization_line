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行级 recall</c:v>
                </c:pt>
              </c:strCache>
            </c:strRef>
          </c:tx>
          <c:dPt>
            <c:idx val="0"/>
            <c:spPr>
              <a:solidFill>
                <a:srgbClr val="1B9AAA"/>
              </a:solidFill>
            </c:spPr>
          </c:dPt>
          <c:dPt>
            <c:idx val="1"/>
            <c:spPr>
              <a:solidFill>
                <a:srgbClr val="E0A458"/>
              </a:solidFill>
            </c:spPr>
          </c:dPt>
          <c:dPt>
            <c:idx val="2"/>
            <c:spPr>
              <a:solidFill>
                <a:srgbClr val="EE6C4D"/>
              </a:solidFill>
            </c:spPr>
          </c:dPt>
          <c:cat>
            <c:strRef>
              <c:f>Sheet1!$A$2:$A$4</c:f>
              <c:strCache>
                <c:ptCount val="3"/>
                <c:pt idx="0">
                  <c:v>单文件 / 文件已给</c:v>
                </c:pt>
                <c:pt idx="1">
                  <c:v>多文件 / 真实设定</c:v>
                </c:pt>
                <c:pt idx="2">
                  <c:v>完整 agentic / 独立基准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0.53</c:v>
                </c:pt>
                <c:pt idx="1">
                  <c:v>0.28</c:v>
                </c:pt>
                <c:pt idx="2">
                  <c:v>0.15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600" b="1">
                  <a:solidFill>
                    <a:srgbClr val="13294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F2A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今天汇报：把大模型集成进大型代码仓库修 issue，第一步『定位要改的代码』是核心瓶颈，我聚焦更细的『行级定位 recall 低』。本汇报分两条线：先用实证刻画把问题和它的成因讲透，再提出我设计的『静动结合——执行-反馈-修复闭环』定位方法。基准是 SWE-bench Verified，前沿模型 DeepSeek-V3。关键优势：问题在前沿不消失。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任务是修真实 GitHub issue，仓库放不进上下文，必须先定位。定位召回率是修复率的硬上界——漏掉的代码下游碰不到。文件级定位社区已做得好，真正卡住修复的是行级定位 recall 低。右边给体量：平均 1600 多文件、一次改 2.45 个文件。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三步递进。A（Agentless）：分层、纯 LLM、无执行的静态定位，漏依赖相连代码、单向漏斗。B（LocAgent）：依赖图多跳，文件级 92.7%，但行级 recall 只有约 15%、靠撒大网。缺口：行级召回是新瓶颈，没人在前沿刻画为何失败、也没人验证执行能不能救——这正是我的切入点。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三个研究问题递进。RQ1 是问题刻画：行级定位多差、随真实度和文件规模怎么变、失败是召回还是精度。RQ2 是诊断：把失败测试的执行覆盖或报错当作『直接定位信号』，能不能打败强静态 LLM——这一问的答案是否定的，它正好暴露了执行该怎么用。RQ3 是核心方法：不把执行当直接信号，而是把它做成『执行—反馈—修复』闭环，和静态定位结合，靠动静结合提升行级 recall。这就是我要做的真正方法创新。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 C1 实证的实验设计。数据用社区标准 SWE-bench Verified，500 个真实实例；元数据从 HuggingFace 取，文件按提交号取，测试在官方 Docker 镜像里真跑。模型用前沿 DeepSeek-V3，再加本地两个 7 到 9B 模型做跨规模对照。指标包括行级 recall、precision、文件级 recall、过预测比、上下文效率。下面的实验矩阵是我设计的一组递进实验：P0 系列看粒度 gap 和精度墙；P1、P2 看真实和多文件设定的行级召回；EGL 看覆盖能不能做定位信号；P3 和 P8 看执行反馈能不能提升行级召回。下面几页就是这些实验的结果。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第一个核心结果：问题真实、前沿扛不过去。柱状图是 DeepSeek-V3 三种真实度下的行级 recall：单文件且文件已给 0.53，多文件真实 0.28，完整 agentic 下独立基准约 0.15，单调恶化。要点：文件级不差（0.66 到 0.90），瓶颈在行级；多文件下连找全文件都只有 0.35；23% 实例决定性行被完全漏掉。最关键：问题在前沿不消失。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第二个结果：精确性/效率墙。单文件按文件大小分层，随文件变大 precision 从 0.49 掉到 0.20、过预测比 1.9 倍涨到 5.8 倍。前沿模型在大文件上靠撒大网兜召回，是『找得到、找不准』。上下文效率是修复率的隐性约束。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第三个发现回答 RQ2：纯执行覆盖做不了行级定位。我在官方 Docker 里真跑失败测试取覆盖：只取精确执行行 recall 仅 0.33，因为决定性行常在未走分支或要新增的位置、根本没执行；放宽到被执行函数整段 recall 到 0.96 但等于覆盖了 85% 的文件、没缩小范围。LLM 静态 0.42、只选约 9 行，又窄又准，覆盖两种粒度都打不过。结论：覆盖作为『直接信号』被证伪——但这不代表执行没用，关键在怎么用，后面会讲。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这页把『为什么纯执行对行级失灵』讲细。两条技术原因：原因一覆盖太宽——pytest 一 import 就连锁导入上百模块，每个模块的顶层代码和 def 头部行在导入时就执行了，但函数体只有被调用才执行，而覆盖分不清这两者，所以一个测试动辄覆盖大半个包。原因二覆盖太稀疏——决定性的行常在没走到的分支、或者是要新增的代码，这些行从不执行，根本不在覆盖里。根因是 bug 类型门控：崩溃类约 28%，失败是代码内部抛异常，异常在活动栈上抛出，traceback 直接点名出错行，执行有效；行为/断言类约 58 到 65%、是大多数，失败是函数返回了错值、在返回之后断言才发现，这时函数帧已经弹出栈、traceback 里没有它，差分 SBFL 也救不了因为 buggy 代码是正常代码、通过测试也覆盖它，所以执行对行级是不透明的。SWE-bench 以行为类为主，这一句解释了我前面所有执行类负面结果。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方法探索第一部分：我设计并验证了两条用执行的方法，都失败了，但失败指明了正确用法。设计 A 是覆盖即定位（EGL）：直接拿失败测试的覆盖当『要改的行』候选——证伪，精确行 0.33 太稀疏、函数级 0.96 但占 85% 文件，打不过静态 0.42，原因是覆盖粒度两难加决定性行 off-path。设计 B 是报错反馈注入：把运行报错文本喂回 LLM 重定位——无效，行级 recall 加 0.00、6 个完全 miss 一个没救回，原因是行为类 bug 栈已弹出、traceback 没有仓库行。关键启发：执行不该当直接信号，而应该当迭代反馈来驱动定位修正——这就引出我的静动结合闭环方法。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这是核心方法创新——静动结合的执行-反馈-修复闭环。流程：静态定位先给候选行 → 试修以 SEARCH/REPLACE 编辑块输出（小输出，避免 API 断流）→ 在官方 Docker 容器里跑 FAIL_TO_PASS 测试 → 拿到新的报错或失败形态作反馈 → 据反馈再定位补漏，迭代 5 轮；最终定位输出是各轮被编辑行的并集，编辑即定位。核心思想是分工：静态负责看代码选候选，动态负责用真实失败反馈纠偏补漏——执行在这里是『反馈』而不是『直接信号』，正好绕开前面证伪的失败模式。为什么能涨 recall：一次部分修复后测试以不同方式失败，新报错暴露出第一次漏掉的位置，尤其是要改多个地方的 bug。下一页是它的实验设计和结果。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P8 的实验设计和结果，诚实呈现。设计：SWE-bench Verified 的 pytest 原生单文件实例、≤400 行、12 个，每个自带复现测试；在官方 Docker 里跑 5 轮，容器内超时兜底，所以这次零卡死零断流；对照是 round0 纯静态单次 vs loop 五轮并集；两个指标。结果是两个相反的故事——指标一 fraction-recall（召回全部 gold 行的比例）P8 赢：从 0.393 提到 0.557，相对涨 42%，3 个实例明显提升、xarray-4075 从 0 到 1.0，解决率 8/12，说明环路确实能捞回单次漏掉的决定性行。指标二 ARISE 同口径 Recall@k（top-k 里有≥1 条 gold 行）P8 还没赢：静态 66.7/83.3/100，P8 只有 8.3/66.7/91.7——但主因不是定位差，而是 P8 的预测行没有置信排序（@1 吃亏）加上单文件下静态已经封顶。结论：P8 在『完整性』上有真实增益，但要在 ARISE 头条指标上显出价值，需要搬到多文件难设定加置信排序。这是下一步。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三大贡献，是一条逻辑链。贡献一，查实问题：通过按真实度递进、跨规模的受控实验，证明行级定位是前沿真瓶颈——文件级已解决、行级才是瓶颈，recall 随真实度 0.53、0.28、0.15 单调恶化，且换大模型也不消失。贡献二，排除错误解法并解释：在官方 Docker 里真跑覆盖，证伪了『跑代码就能定位』，并用 bug 类型门控机制解释为什么——给当前执行接地热潮纠偏。贡献三，给出正确解法：把执行从直接信号改造成反馈闭环（猜→试→看错→再补），比单次多找回 42%、有实例从 0 到 1.0，机制成立。一句话：查实问题 → 排错并解释 → 给出新方法。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论文定位：CCF-B 的『实证刻画加方法创新』。C1 实证刻画是主线：前沿 LLM 行级定位失败模式的系统刻画——粒度 gap、真实度恶化 0.53 到 0.28 到 0.15、精确性墙、纯执行无效加 bug 类型门控机制，实验是 P0 到 P3 加 EGL，在 DeepSeek-V3 上并跨规模对照。C2 方法创新也是主线、不是配角：静动结合的执行-反馈-修复闭环，把执行当迭代反馈而不是直接信号、和静态融合提升行级 recall——这是真实有效的创新方法，我们不做简单方法。右边新颖性定位：T2L 是 trace 到 line 但做 C/C++；DAIRA、Echo 是 2026 执行接地但没有行级和效率视角，我们给出反例；ARISE 是静态行级 SOTA 当对照。本文双卖点：一是纯执行对行级不灵加机制解释给热潮纠偏，二是执行作反馈闭环的静动结合定位方法。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11535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行级故障定位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100" b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——LLM 仓库级 Issue 修复：从问题刻画到静动结合的定位方法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611880"/>
            <a:ext cx="2011680" cy="54864"/>
          </a:xfrm>
          <a:prstGeom prst="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86200"/>
            <a:ext cx="10911535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600" b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研究进展汇报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目标会议：CCF-B　|　基准：SWE-bench Verified　|　前沿模型：DeepSeek-V3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2026-06　研究生科研汇报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研究背景与问题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把 LLM 集成进大型代码仓库：定位是第一步、也是瓶颈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6766560" cy="4206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● 任务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  修复真实 GitHub issue（SWE-bench）。仓库常上千文件、数十万行，远超上下文窗口。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6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● 核心瓶颈：定位（localization）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  必须先找到要改的代码，再交给模型修复。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  定位的召回率是修复率的</a:t>
            </a:r>
            <a:r>
              <a:rPr sz="15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硬上界</a:t>
            </a:r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——没被定位到的代码，下游再强也改不到。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6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70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● 问题聚焦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  文件级定位已基本解决；</a:t>
            </a:r>
            <a:r>
              <a:rPr sz="15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行级（line 级）定位 recall 低</a:t>
            </a:r>
            <a:r>
              <a:rPr sz="15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才是真问题。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783080"/>
            <a:ext cx="3657600" cy="3840480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2103120"/>
            <a:ext cx="3657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典型仓库规模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487168"/>
            <a:ext cx="36576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547872"/>
            <a:ext cx="3657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个 Python 文件 / 实例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4160520"/>
            <a:ext cx="2743200" cy="3657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4343400"/>
            <a:ext cx="36576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FB3C8"/>
                </a:solidFill>
                <a:latin typeface="Microsoft YaHei"/>
                <a:ea typeface="Microsoft YaHei"/>
                <a:cs typeface="Microsoft YaHei"/>
              </a:rPr>
              <a:t>一次 issue 平均改动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2.45 个文件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研究链路（问题 → A → B → 缺口）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一条清晰递进的脉络，定位本研究的切入点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611880" cy="393192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1371600" cy="457200"/>
          </a:xfrm>
          <a:prstGeom prst="round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3716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论文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063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Agentless (FSE'25)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30632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分层、纯 LLM、无执行的静态定位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343400"/>
            <a:ext cx="3063240" cy="18288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3063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不足：靠词法/结构相似度，漏依赖相连代码；分层是单向漏斗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6341" y="3383280"/>
            <a:ext cx="3657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9907" y="1828800"/>
            <a:ext cx="3611880" cy="393192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64227" y="2103120"/>
            <a:ext cx="1371600" cy="457200"/>
          </a:xfrm>
          <a:prstGeom prst="round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4227" y="2103120"/>
            <a:ext cx="13716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论文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4227" y="2743200"/>
            <a:ext cx="3063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LocAgent (ACL'25)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4227" y="3383280"/>
            <a:ext cx="30632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依赖图多跳定位，文件级 92.7%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64227" y="4343400"/>
            <a:ext cx="3063240" cy="18288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4227" y="4498848"/>
            <a:ext cx="3063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不足：行级 recall 仅约 15%，靠『撒大网』维持召回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6169" y="3383280"/>
            <a:ext cx="3657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9735" y="1828800"/>
            <a:ext cx="3611880" cy="393192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14055" y="2103120"/>
            <a:ext cx="1371600" cy="45720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4055" y="2103120"/>
            <a:ext cx="13716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4055" y="2743200"/>
            <a:ext cx="3063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2026 三篇独立工作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4055" y="3383280"/>
            <a:ext cx="30632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SWE-Explore / ReCUBE / 粒度研究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14055" y="4343400"/>
            <a:ext cx="3063240" cy="18288"/>
          </a:xfrm>
          <a:prstGeom prst="rect">
            <a:avLst/>
          </a:prstGeom>
          <a:solidFill>
            <a:srgbClr val="C7D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4055" y="4498848"/>
            <a:ext cx="3063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行级召回是新瓶颈；无人在前沿刻画为何失败、也无人验证执行能否救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围绕『行级定位 recall 低』展开，递进到方法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11535" cy="132588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19" y="2212848"/>
            <a:ext cx="1188720" cy="566928"/>
          </a:xfrm>
          <a:prstGeom prst="round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2212848"/>
            <a:ext cx="11887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29968"/>
            <a:ext cx="871697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问题存在性与刻画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487168"/>
            <a:ext cx="8716975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前沿模型上行级定位是否仍是瓶颈？如何随真实度、文件规模变化？失败是召回还是精度？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37560"/>
            <a:ext cx="10911535" cy="132588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19" y="3721608"/>
            <a:ext cx="1188720" cy="566928"/>
          </a:xfrm>
          <a:prstGeom prst="round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3721608"/>
            <a:ext cx="11887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538728"/>
            <a:ext cx="871697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纯执行信号能否定位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995928"/>
            <a:ext cx="8716975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把『失败测试的执行覆盖 / 报错』当作直接定位信号，能否在行级超过强静态 LLM？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46320"/>
            <a:ext cx="10911535" cy="132588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19" y="5230368"/>
            <a:ext cx="1188720" cy="566928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5230368"/>
            <a:ext cx="11887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5047488"/>
            <a:ext cx="871697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静动结合的定位方法（核心）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504688"/>
            <a:ext cx="8716975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在静态定位基础上引入『执行—反馈—修复』闭环（定位→试修→重跑→新报错→再定位），用动静结合提升行级 recall。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实验设计（C1 实证）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全部基于现成 benchmark，仅需 API + 本机 Docker（无训练 / 无大算力）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454298" cy="141732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997098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997098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SWE-bench Verified（500 真实实例）；HF 取元数据，按 base_commit 取文件，官方 Docker 镜像跑测试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691640"/>
            <a:ext cx="3454298" cy="141732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7298" y="1828800"/>
            <a:ext cx="2997098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298" y="2240280"/>
            <a:ext cx="2997098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前沿 DeepSeek-V3；本地 qwen2.5-coder:7b / gemma2:9b（跨规模对照）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691640"/>
            <a:ext cx="3454298" cy="141732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5916" y="1828800"/>
            <a:ext cx="2997098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240280"/>
            <a:ext cx="2997098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行级 recall / precision / 文件级 recall / 过预测比 / 上下文效率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37560"/>
            <a:ext cx="2377440" cy="512064"/>
          </a:xfrm>
          <a:prstGeom prst="rect">
            <a:avLst/>
          </a:prstGeom>
          <a:solidFill>
            <a:srgbClr val="13294B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337560"/>
            <a:ext cx="219456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337560"/>
            <a:ext cx="3291840" cy="512064"/>
          </a:xfrm>
          <a:prstGeom prst="rect">
            <a:avLst/>
          </a:prstGeom>
          <a:solidFill>
            <a:srgbClr val="13294B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3337560"/>
            <a:ext cx="310896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337560"/>
            <a:ext cx="5239512" cy="512064"/>
          </a:xfrm>
          <a:prstGeom prst="rect">
            <a:avLst/>
          </a:prstGeom>
          <a:solidFill>
            <a:srgbClr val="13294B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337560"/>
            <a:ext cx="505663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测什么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49624"/>
            <a:ext cx="2377440" cy="512064"/>
          </a:xfrm>
          <a:prstGeom prst="rect">
            <a:avLst/>
          </a:prstGeom>
          <a:solidFill>
            <a:srgbClr val="EEF3F7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849624"/>
            <a:ext cx="219456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P0 / P0-big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3849624"/>
            <a:ext cx="3291840" cy="512064"/>
          </a:xfrm>
          <a:prstGeom prst="rect">
            <a:avLst/>
          </a:prstGeom>
          <a:solidFill>
            <a:srgbClr val="EEF3F7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7248" y="3849624"/>
            <a:ext cx="310896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单文件、文件已给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849624"/>
            <a:ext cx="5239512" cy="512064"/>
          </a:xfrm>
          <a:prstGeom prst="rect">
            <a:avLst/>
          </a:prstGeom>
          <a:solidFill>
            <a:srgbClr val="EEF3F7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49624"/>
            <a:ext cx="505663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粒度 gap；随文件规模的精度 / 过预测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61688"/>
            <a:ext cx="23774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361688"/>
            <a:ext cx="219456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4361688"/>
            <a:ext cx="32918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7248" y="4361688"/>
            <a:ext cx="310896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真实两阶段（不给文件）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361688"/>
            <a:ext cx="52395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361688"/>
            <a:ext cx="505663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端到端行级 recall、文件命中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873752"/>
            <a:ext cx="2377440" cy="512064"/>
          </a:xfrm>
          <a:prstGeom prst="rect">
            <a:avLst/>
          </a:prstGeom>
          <a:solidFill>
            <a:srgbClr val="EEF3F7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873752"/>
            <a:ext cx="219456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4873752"/>
            <a:ext cx="3291840" cy="512064"/>
          </a:xfrm>
          <a:prstGeom prst="rect">
            <a:avLst/>
          </a:prstGeom>
          <a:solidFill>
            <a:srgbClr val="EEF3F7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27248" y="4873752"/>
            <a:ext cx="310896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多文件（最真实）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873752"/>
            <a:ext cx="5239512" cy="512064"/>
          </a:xfrm>
          <a:prstGeom prst="rect">
            <a:avLst/>
          </a:prstGeom>
          <a:solidFill>
            <a:srgbClr val="EEF3F7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873752"/>
            <a:ext cx="505663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多文件行级 recall、找全文件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385816"/>
            <a:ext cx="23774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385816"/>
            <a:ext cx="219456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EGL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5385816"/>
            <a:ext cx="32918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27248" y="5385816"/>
            <a:ext cx="310896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失败测试覆盖（Docker）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5385816"/>
            <a:ext cx="52395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088" y="5385816"/>
            <a:ext cx="505663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覆盖能否做行级定位信号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897880"/>
            <a:ext cx="2377440" cy="512064"/>
          </a:xfrm>
          <a:prstGeom prst="rect">
            <a:avLst/>
          </a:prstGeom>
          <a:solidFill>
            <a:srgbClr val="EEF3F7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5897880"/>
            <a:ext cx="219456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P3 / P8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5897880"/>
            <a:ext cx="3291840" cy="512064"/>
          </a:xfrm>
          <a:prstGeom prst="rect">
            <a:avLst/>
          </a:prstGeom>
          <a:solidFill>
            <a:srgbClr val="EEF3F7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27248" y="5897880"/>
            <a:ext cx="310896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报错文本 / 执行-反馈-修复 loop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5897880"/>
            <a:ext cx="5239512" cy="512064"/>
          </a:xfrm>
          <a:prstGeom prst="rect">
            <a:avLst/>
          </a:prstGeom>
          <a:solidFill>
            <a:srgbClr val="EEF3F7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5897880"/>
            <a:ext cx="5056632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执行反馈能否提升行级 recall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核心结果 ①：问题真实，且前沿模型扛不过去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行级 recall 随任务真实度单调恶化（DeepSeek-V3）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828800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040880" y="1828800"/>
            <a:ext cx="4480560" cy="420624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2103120"/>
            <a:ext cx="3931920" cy="3840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文件级定位已基本解决（</a:t>
            </a:r>
            <a:r>
              <a:rPr sz="14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0.66–0.90</a:t>
            </a: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），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  但行级才是瓶颈。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多文件下连『找全所有该改文件』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  都仅 </a:t>
            </a:r>
            <a:r>
              <a:rPr sz="14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0.35</a:t>
            </a: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23% 实例的决定性行被完全漏掉。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6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关键：与上一方向不同——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问题在前沿不消失。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核心结果 ②：精确性 / 效率墙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前沿模型靠『撒大网』维持召回，且随文件规模恶化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2468880" cy="713232"/>
          </a:xfrm>
          <a:prstGeom prst="rect">
            <a:avLst/>
          </a:prstGeom>
          <a:solidFill>
            <a:srgbClr val="13294B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46888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文件规模 (行)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920240"/>
            <a:ext cx="1645920" cy="713232"/>
          </a:xfrm>
          <a:prstGeom prst="rect">
            <a:avLst/>
          </a:prstGeom>
          <a:solidFill>
            <a:srgbClr val="13294B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920240"/>
            <a:ext cx="164592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精确行 recall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920240"/>
            <a:ext cx="1280160" cy="713232"/>
          </a:xfrm>
          <a:prstGeom prst="rect">
            <a:avLst/>
          </a:prstGeom>
          <a:solidFill>
            <a:srgbClr val="13294B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920240"/>
            <a:ext cx="12801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920240"/>
            <a:ext cx="1280160" cy="713232"/>
          </a:xfrm>
          <a:prstGeom prst="rect">
            <a:avLst/>
          </a:prstGeom>
          <a:solidFill>
            <a:srgbClr val="13294B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920240"/>
            <a:ext cx="12801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过预测比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33472"/>
            <a:ext cx="2468880" cy="713232"/>
          </a:xfrm>
          <a:prstGeom prst="rect">
            <a:avLst/>
          </a:prstGeom>
          <a:solidFill>
            <a:srgbClr val="EEF3F7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33472"/>
            <a:ext cx="246888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 – 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2633472"/>
            <a:ext cx="1645920" cy="713232"/>
          </a:xfrm>
          <a:prstGeom prst="rect">
            <a:avLst/>
          </a:prstGeom>
          <a:solidFill>
            <a:srgbClr val="EEF3F7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2633472"/>
            <a:ext cx="164592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0.58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633472"/>
            <a:ext cx="1280160" cy="713232"/>
          </a:xfrm>
          <a:prstGeom prst="rect">
            <a:avLst/>
          </a:prstGeom>
          <a:solidFill>
            <a:srgbClr val="EEF3F7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633472"/>
            <a:ext cx="12801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0.49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633472"/>
            <a:ext cx="1280160" cy="713232"/>
          </a:xfrm>
          <a:prstGeom prst="rect">
            <a:avLst/>
          </a:prstGeom>
          <a:solidFill>
            <a:srgbClr val="EEF3F7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633472"/>
            <a:ext cx="12801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1.9×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46704"/>
            <a:ext cx="24688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346704"/>
            <a:ext cx="246888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200 – 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3346704"/>
            <a:ext cx="1645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3346704"/>
            <a:ext cx="164592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0.73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346704"/>
            <a:ext cx="12801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3346704"/>
            <a:ext cx="12801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0.36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346704"/>
            <a:ext cx="12801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3346704"/>
            <a:ext cx="12801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4.7×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059935"/>
            <a:ext cx="2468880" cy="713232"/>
          </a:xfrm>
          <a:prstGeom prst="rect">
            <a:avLst/>
          </a:prstGeom>
          <a:solidFill>
            <a:srgbClr val="EEF3F7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059935"/>
            <a:ext cx="246888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500 – 1000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4059935"/>
            <a:ext cx="1645920" cy="713232"/>
          </a:xfrm>
          <a:prstGeom prst="rect">
            <a:avLst/>
          </a:prstGeom>
          <a:solidFill>
            <a:srgbClr val="EEF3F7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4059935"/>
            <a:ext cx="164592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0.44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4059935"/>
            <a:ext cx="1280160" cy="713232"/>
          </a:xfrm>
          <a:prstGeom prst="rect">
            <a:avLst/>
          </a:prstGeom>
          <a:solidFill>
            <a:srgbClr val="EEF3F7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4059935"/>
            <a:ext cx="12801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0.42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059935"/>
            <a:ext cx="1280160" cy="713232"/>
          </a:xfrm>
          <a:prstGeom prst="rect">
            <a:avLst/>
          </a:prstGeom>
          <a:solidFill>
            <a:srgbClr val="EEF3F7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4059935"/>
            <a:ext cx="12801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3.9×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773168"/>
            <a:ext cx="24688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773168"/>
            <a:ext cx="246888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1000 – 3000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4773168"/>
            <a:ext cx="1645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0" y="4773168"/>
            <a:ext cx="164592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0.48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4773168"/>
            <a:ext cx="12801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4773168"/>
            <a:ext cx="12801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0.20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773168"/>
            <a:ext cx="12801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773168"/>
            <a:ext cx="12801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5.8×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9680" y="1920240"/>
            <a:ext cx="2651760" cy="3154680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0" y="2286000"/>
            <a:ext cx="2651760" cy="2468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大文件上 precision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50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0.20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过预测 5.8×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897880"/>
            <a:ext cx="10911535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→ 『找得到、找不准』：精度坍塌、上下文效率差，是修复率的隐性约束。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核心发现 ③：纯执行覆盖做不了『行级』定位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在 SWE-bench Docker 中跑失败测试取覆盖，与静态 LLM 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11535" cy="11430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1828800"/>
            <a:ext cx="3657600" cy="11430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精确执行行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130552"/>
            <a:ext cx="2926080" cy="548640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30552"/>
            <a:ext cx="2926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recall 0.33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828800"/>
            <a:ext cx="3413455" cy="11430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太稀疏：决定性行常在未走分支 / 插入位，根本没被执行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10911535" cy="11430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3154680"/>
            <a:ext cx="3657600" cy="11430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被执行函数整段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456432"/>
            <a:ext cx="2926080" cy="548640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456432"/>
            <a:ext cx="2926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recall 0.96 但 = 85% 文件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154680"/>
            <a:ext cx="3413455" cy="11430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太粗：失败测试进入的函数覆盖了大半文件，不缩小搜索空间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80560"/>
            <a:ext cx="10911535" cy="11430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480560"/>
            <a:ext cx="3657600" cy="11430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LLM 静态（对照）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4782312"/>
            <a:ext cx="2926080" cy="548640"/>
          </a:xfrm>
          <a:prstGeom prst="round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782312"/>
            <a:ext cx="29260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recall 0.42，约 9 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480560"/>
            <a:ext cx="3413455" cy="11430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更窄更准——覆盖法两种粒度都打不过它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52160"/>
            <a:ext cx="10911535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→ 答 RQ2：纯执行覆盖作为『直接定位信号』被严格证伪。但这不等于执行无用——关键在『怎么用』（见后）。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为什么纯执行对『行级』定位失灵？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11535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两条技术原因 + 一条根因（bug 类型门控）——解释了所有负面结果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440680" cy="1874519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98348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7FD4E0"/>
                </a:solidFill>
                <a:latin typeface="Microsoft YaHei"/>
                <a:ea typeface="Microsoft YaHei"/>
                <a:cs typeface="Microsoft YaHei"/>
              </a:rPr>
              <a:t>原因一：覆盖『太宽』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import 连锁——一个测试 import 上百模块，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每个模块的顶层/def 头部行在导入时即执行；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CFE2EA"/>
                </a:solidFill>
                <a:latin typeface="Microsoft YaHei"/>
                <a:ea typeface="Microsoft YaHei"/>
                <a:cs typeface="Microsoft YaHei"/>
              </a:rPr>
              <a:t>函数体只有被调用才执行。覆盖分不清二者。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600200"/>
            <a:ext cx="5440680" cy="1874519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737360"/>
            <a:ext cx="498348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7FD4E0"/>
                </a:solidFill>
                <a:latin typeface="Microsoft YaHei"/>
                <a:ea typeface="Microsoft YaHei"/>
                <a:cs typeface="Microsoft YaHei"/>
              </a:rPr>
              <a:t>原因二：覆盖『太稀疏』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决定性行常在未走到的分支、或是要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新增的代码（插入位）——它们</a:t>
            </a:r>
            <a:r>
              <a:rPr sz="1300" b="1">
                <a:solidFill>
                  <a:srgbClr val="F6A58C"/>
                </a:solidFill>
                <a:latin typeface="Microsoft YaHei"/>
                <a:ea typeface="Microsoft YaHei"/>
                <a:cs typeface="Microsoft YaHei"/>
              </a:rPr>
              <a:t>从不执行</a:t>
            </a: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CFE2EA"/>
                </a:solidFill>
                <a:latin typeface="Microsoft YaHei"/>
                <a:ea typeface="Microsoft YaHei"/>
                <a:cs typeface="Microsoft YaHei"/>
              </a:rPr>
              <a:t>因此根本不在覆盖里。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911535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根因：bug 类型门控 —— 失败如何被『发现』，决定执行有没有信号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5440680" cy="2148840"/>
          </a:xfrm>
          <a:prstGeom prst="roundRect">
            <a:avLst/>
          </a:prstGeom>
          <a:solidFill>
            <a:srgbClr val="23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4206240"/>
            <a:ext cx="3108960" cy="457200"/>
          </a:xfrm>
          <a:prstGeom prst="round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31089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崩溃类（约 28%）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498348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失败＝仓库代码内部抛异常。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CFE2EA"/>
                </a:solidFill>
                <a:latin typeface="Microsoft YaHei"/>
                <a:ea typeface="Microsoft YaHei"/>
                <a:cs typeface="Microsoft YaHei"/>
              </a:rPr>
              <a:t>异常在</a:t>
            </a: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活动调用栈</a:t>
            </a:r>
            <a:r>
              <a:rPr sz="1300" b="0">
                <a:solidFill>
                  <a:srgbClr val="CFE2EA"/>
                </a:solidFill>
                <a:latin typeface="Microsoft YaHei"/>
                <a:ea typeface="Microsoft YaHei"/>
                <a:cs typeface="Microsoft YaHei"/>
              </a:rPr>
              <a:t>上抛出 → traceback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7CE0A8"/>
                </a:solidFill>
                <a:latin typeface="Microsoft YaHei"/>
                <a:ea typeface="Microsoft YaHei"/>
                <a:cs typeface="Microsoft YaHei"/>
              </a:rPr>
              <a:t>直接点名出错文件:行。执行有效 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023360"/>
            <a:ext cx="5440680" cy="2148840"/>
          </a:xfrm>
          <a:prstGeom prst="roundRect">
            <a:avLst/>
          </a:prstGeom>
          <a:solidFill>
            <a:srgbClr val="3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60" y="4206240"/>
            <a:ext cx="4206240" cy="45720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206240"/>
            <a:ext cx="42062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行为 / 断言类（约 58–65%）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754880"/>
            <a:ext cx="498348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失败＝函数返回</a:t>
            </a:r>
            <a:r>
              <a:rPr sz="1300" b="1">
                <a:solidFill>
                  <a:srgbClr val="F6A58C"/>
                </a:solidFill>
                <a:latin typeface="Microsoft YaHei"/>
                <a:ea typeface="Microsoft YaHei"/>
                <a:cs typeface="Microsoft YaHei"/>
              </a:rPr>
              <a:t>错值</a:t>
            </a: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，返回</a:t>
            </a: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之后</a:t>
            </a: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才被 assert 发现。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300" b="0">
                <a:solidFill>
                  <a:srgbClr val="F0D9D0"/>
                </a:solidFill>
                <a:latin typeface="Microsoft YaHei"/>
                <a:ea typeface="Microsoft YaHei"/>
                <a:cs typeface="Microsoft YaHei"/>
              </a:rPr>
              <a:t>此刻函数帧</a:t>
            </a: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已弹出栈</a:t>
            </a:r>
            <a:r>
              <a:rPr sz="1300" b="0">
                <a:solidFill>
                  <a:srgbClr val="F0D9D0"/>
                </a:solidFill>
                <a:latin typeface="Microsoft YaHei"/>
                <a:ea typeface="Microsoft YaHei"/>
                <a:cs typeface="Microsoft YaHei"/>
              </a:rPr>
              <a:t>，traceback 里没有它；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0">
                <a:solidFill>
                  <a:srgbClr val="F0D9D0"/>
                </a:solidFill>
                <a:latin typeface="Microsoft YaHei"/>
                <a:ea typeface="Microsoft YaHei"/>
                <a:cs typeface="Microsoft YaHei"/>
              </a:rPr>
              <a:t>差分 SBFL 也救不了（buggy 是正常代码，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300" b="1">
                <a:solidFill>
                  <a:srgbClr val="F6A58C"/>
                </a:solidFill>
                <a:latin typeface="Microsoft YaHei"/>
                <a:ea typeface="Microsoft YaHei"/>
                <a:cs typeface="Microsoft YaHei"/>
              </a:rPr>
              <a:t>通过测试也覆盖它）。执行『不透明』 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方法探索（一）：两条失败的执行设计 + 失败原因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失败本身指明了执行的正确用法 → 引出新方法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11535" cy="1874519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1984248"/>
            <a:ext cx="6400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设计 A：覆盖即定位（EGL）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2011680"/>
            <a:ext cx="1371600" cy="502920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14255" y="2011680"/>
            <a:ext cx="13716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496312"/>
            <a:ext cx="1027145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做法：</a:t>
            </a: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用失败测试的执行覆盖直接作为『要改的行』候选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880360"/>
            <a:ext cx="1027145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结果：</a:t>
            </a: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精确行 0.33 太稀疏 / 函数级 0.96 但占 85% 文件；打不过静态 0.42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264408"/>
            <a:ext cx="10271455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失败原因：覆盖的粒度两难 + 决定性行 off-path（见上页机制）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10911535" cy="1874519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4041648"/>
            <a:ext cx="6400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设计 B：报错反馈注入（traceback）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14255" y="4069080"/>
            <a:ext cx="1371600" cy="502920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14255" y="4069080"/>
            <a:ext cx="13716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4553712"/>
            <a:ext cx="1027145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做法：</a:t>
            </a: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把运行得到的报错文本喂回 LLM，让它重定位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4937760"/>
            <a:ext cx="1027145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结果：</a:t>
            </a:r>
            <a:r>
              <a:rPr sz="13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行级 recall +0.00；6 个完全 miss 一个都没救回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5321808"/>
            <a:ext cx="10271455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失败原因：行为/断言类 bug 栈已弹出，traceback 无仓库行信息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启发：执行不该当『直接信号』，而应作『迭代反馈』驱动定位修正 → 静动结合闭环（下页）。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方法探索（二）：静动结合的执行—反馈—修复闭环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核心方法创新（P8）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783080" cy="1051560"/>
          </a:xfrm>
          <a:prstGeom prst="roundRect">
            <a:avLst/>
          </a:prstGeom>
          <a:solidFill>
            <a:srgbClr val="1B9AAA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75688"/>
            <a:ext cx="17830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静态定位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783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F2F6F9"/>
                </a:solidFill>
                <a:latin typeface="Microsoft YaHei"/>
                <a:ea typeface="Microsoft YaHei"/>
                <a:cs typeface="Microsoft YaHei"/>
              </a:rPr>
              <a:t>LLM 给
候选行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59736" y="2372868"/>
            <a:ext cx="425881" cy="237744"/>
          </a:xfrm>
          <a:prstGeom prst="rightArrow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22193" y="1965960"/>
            <a:ext cx="1783080" cy="1051560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2193" y="2075688"/>
            <a:ext cx="17830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2193" y="2468880"/>
            <a:ext cx="1783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F2F6F9"/>
                </a:solidFill>
                <a:latin typeface="Microsoft YaHei"/>
                <a:ea typeface="Microsoft YaHei"/>
                <a:cs typeface="Microsoft YaHei"/>
              </a:rPr>
              <a:t>SEARCH/
REPLACE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41849" y="2372868"/>
            <a:ext cx="425881" cy="237744"/>
          </a:xfrm>
          <a:prstGeom prst="rightArrow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04307" y="1965960"/>
            <a:ext cx="1783080" cy="1051560"/>
          </a:xfrm>
          <a:prstGeom prst="roundRect">
            <a:avLst/>
          </a:prstGeom>
          <a:solidFill>
            <a:srgbClr val="E0A458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04307" y="2075688"/>
            <a:ext cx="17830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4307" y="2468880"/>
            <a:ext cx="1783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F2F6F9"/>
                </a:solidFill>
                <a:latin typeface="Microsoft YaHei"/>
                <a:ea typeface="Microsoft YaHei"/>
                <a:cs typeface="Microsoft YaHei"/>
              </a:rPr>
              <a:t>跑 FAIL_
TO_PASS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23963" y="2372868"/>
            <a:ext cx="425881" cy="237744"/>
          </a:xfrm>
          <a:prstGeom prst="rightArrow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86421" y="1965960"/>
            <a:ext cx="1783080" cy="105156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6421" y="2075688"/>
            <a:ext cx="17830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6421" y="2468880"/>
            <a:ext cx="1783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F2F6F9"/>
                </a:solidFill>
                <a:latin typeface="Microsoft YaHei"/>
                <a:ea typeface="Microsoft YaHei"/>
                <a:cs typeface="Microsoft YaHei"/>
              </a:rPr>
              <a:t>新报错 /
失败形态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06077" y="2372868"/>
            <a:ext cx="425881" cy="237744"/>
          </a:xfrm>
          <a:prstGeom prst="rightArrow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68535" y="1965960"/>
            <a:ext cx="1783080" cy="1051560"/>
          </a:xfrm>
          <a:prstGeom prst="roundRect">
            <a:avLst/>
          </a:prstGeom>
          <a:solidFill>
            <a:srgbClr val="1B9AAA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68535" y="2075688"/>
            <a:ext cx="17830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再定位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8535" y="2468880"/>
            <a:ext cx="1783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F2F6F9"/>
                </a:solidFill>
                <a:latin typeface="Microsoft YaHei"/>
                <a:ea typeface="Microsoft YaHei"/>
                <a:cs typeface="Microsoft YaHei"/>
              </a:rPr>
              <a:t>据反馈
补漏定位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090672"/>
            <a:ext cx="10911535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↺  迭代 K = 5 轮；定位输出 = 各轮『被编辑行』的并集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069080"/>
            <a:ext cx="3454298" cy="18288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4270248"/>
            <a:ext cx="2997098" cy="457200"/>
          </a:xfrm>
          <a:prstGeom prst="round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270248"/>
            <a:ext cx="2997098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核心思想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846320"/>
            <a:ext cx="2997098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静态负责『看代码选候选』，动态负责『用真实失败反馈纠偏、补漏』——执行当反馈而非直接信号。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8698" y="4069080"/>
            <a:ext cx="3454298" cy="18288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97298" y="4270248"/>
            <a:ext cx="2997098" cy="457200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7298" y="4270248"/>
            <a:ext cx="2997098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为何能涨 recall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7298" y="4846320"/>
            <a:ext cx="2997098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一次部分修复后测试以『不同方式』失败，新报错暴露第一次漏掉的位置（尤其多位置 bug）。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7316" y="4069080"/>
            <a:ext cx="3454298" cy="18288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25916" y="4270248"/>
            <a:ext cx="2997098" cy="457200"/>
          </a:xfrm>
          <a:prstGeom prst="round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5916" y="4270248"/>
            <a:ext cx="2997098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关键实现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5916" y="4846320"/>
            <a:ext cx="2997098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SEARCH/REPLACE 小输出（防 API 断流）+ 官方 Docker 内跑测试 + 容器内超时兜底；编辑即定位。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P8 实验设计与结果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诚实呈现：两个指标，两个结论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029200" cy="429768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920240"/>
            <a:ext cx="4572000" cy="4023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6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实验设计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数据：SWE-bench Verified，pytest 原生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  仓库，单文件实例，≤400 行，n=12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每实例自带 FAIL_TO_PASS 复现测试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执行：官方 Docker 镜像，K=5 轮，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  容器内超时兜底（无卡死/无断流）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对照：round0（纯静态单次） vs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  loop（5 轮并集）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指标：① fraction-recall（召回全部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  gold 行的比例）② ARISE 同口径 Recall@k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737360"/>
            <a:ext cx="5562295" cy="2057400"/>
          </a:xfrm>
          <a:prstGeom prst="roundRect">
            <a:avLst/>
          </a:prstGeom>
          <a:solidFill>
            <a:srgbClr val="EAF5EF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874519"/>
            <a:ext cx="5013655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5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指标①  fraction-recall（P8 赢 ✓）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round0 0.393  →  loop </a:t>
            </a:r>
            <a:r>
              <a:rPr sz="160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0.557</a:t>
            </a: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　(Δ +0.164, 相对 +42%)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3/12 实例提升（xarray-4075: 0 → 1.0）；解决率 8/12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→ 环路能捞回单次漏掉的决定性行（多行编辑）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3931920"/>
            <a:ext cx="5562295" cy="2103120"/>
          </a:xfrm>
          <a:prstGeom prst="roundRect">
            <a:avLst/>
          </a:prstGeom>
          <a:solidFill>
            <a:srgbClr val="FBEEEA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4069080"/>
            <a:ext cx="5013655" cy="1920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5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指标②  ARISE 同口径 Recall@k（尚未赢 ✗）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           @1      @5      @10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静态     66.7    83.3    100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P8        8.3     66.7    91.7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原因：P8 输出无置信排序（@1 吃亏）+ 单文件静态已封顶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→ 需多文件难设定 + 置信排序，才能同口径显出价值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三大贡献（发现问题 → 设计方法 → 得到结果）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一条逻辑链：查实问题 → 排除错误解法并解释 → 给出正确解法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911535" cy="141732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48840"/>
            <a:ext cx="640080" cy="502920"/>
          </a:xfrm>
          <a:prstGeom prst="round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6400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819656"/>
            <a:ext cx="9539935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行级定位是前沿真瓶颈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40280"/>
            <a:ext cx="9539935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问题　</a:t>
            </a: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大模型『定位』真解决了吗？瓶颈在文件还是行？换大模型能消除吗？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方法　</a:t>
            </a: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SWE-bench 上按真实度递进 + 跨规模（前沿 + 本地）受控实验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结果　</a:t>
            </a: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文件级已解决、行级是瓶颈；行级 recall 0.53→0.28→0.15，前沿不消失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73552"/>
            <a:ext cx="10911535" cy="141732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730752"/>
            <a:ext cx="640080" cy="502920"/>
          </a:xfrm>
          <a:prstGeom prst="roundRect">
            <a:avLst/>
          </a:prstGeom>
          <a:solidFill>
            <a:srgbClr val="EE6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30752"/>
            <a:ext cx="6400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401568"/>
            <a:ext cx="9539935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证伪『跑代码即定位』+ 机制解释（给热潮纠偏）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822191"/>
            <a:ext cx="9539935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问题　</a:t>
            </a: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2026『执行接地』热潮默认跑代码能帮定位——对『行级』真的吗？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方法　</a:t>
            </a: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官方 Docker 真跑失败测试取覆盖，与强静态 LLM 同台对比 + 机制剖析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结果　</a:t>
            </a: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覆盖证伪（精确行 0.33 / 函数 0.96 但占 85% &lt; 静态 0.42）；根因 = bug 类型门控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55464"/>
            <a:ext cx="10911535" cy="141732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5312664"/>
            <a:ext cx="640080" cy="502920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12664"/>
            <a:ext cx="6400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983480"/>
            <a:ext cx="9539935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静动结合的执行-反馈-修复闭环（新方法）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404104"/>
            <a:ext cx="9539935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问题　</a:t>
            </a: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执行不能当『直接信号』，那到底该怎么用？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1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方法　</a:t>
            </a: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执行作『反馈闭环』：猜 → 试跑 → 看怎么错 → 再补找漏掉的行（P8，K=5）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50" b="1">
                <a:solidFill>
                  <a:srgbClr val="2A9D5C"/>
                </a:solidFill>
                <a:latin typeface="Microsoft YaHei"/>
                <a:ea typeface="Microsoft YaHei"/>
                <a:cs typeface="Microsoft YaHei"/>
              </a:rPr>
              <a:t>结果　</a:t>
            </a: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比单次多找回 +42%（0.39→0.56），有实例 0→1.0；机制成立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3294B"/>
                </a:solidFill>
                <a:latin typeface="Microsoft YaHei"/>
                <a:ea typeface="Microsoft YaHei"/>
                <a:cs typeface="Microsoft YaHei"/>
              </a:rPr>
              <a:t>论文定位与贡献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911535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1B9AAA"/>
                </a:solidFill>
                <a:latin typeface="Microsoft YaHei"/>
                <a:ea typeface="Microsoft YaHei"/>
                <a:cs typeface="Microsoft YaHei"/>
              </a:rPr>
              <a:t>CCF-B · 实证刻画（C1） + 方法创新（C2）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94960" cy="41148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2011680"/>
            <a:ext cx="4846320" cy="37490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C1　实证刻画（主）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前沿 LLM 行级定位失败模式的系统刻画：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粒度 gap：文件级解决、行级是瓶颈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真实度恶化：0.53 → 0.28 → 0.15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精确性墙：大文件 precision 0.20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• 纯执行无效 + bug 类型门控机制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6B7785"/>
                </a:solidFill>
                <a:latin typeface="Microsoft YaHei"/>
                <a:ea typeface="Microsoft YaHei"/>
                <a:cs typeface="Microsoft YaHei"/>
              </a:rPr>
              <a:t>（实验：P0–P3 / EGL，DeepSeek-V3 + 跨规模）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5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EE6C4D"/>
                </a:solidFill>
                <a:latin typeface="Microsoft YaHei"/>
                <a:ea typeface="Microsoft YaHei"/>
                <a:cs typeface="Microsoft YaHei"/>
              </a:rPr>
              <a:t>C2　方法创新（主）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静动结合的执行—反馈—修复闭环（P8）：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把执行作迭代反馈而非直接信号，与静态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融合提升行级 recall。真实有效的创新方法。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242255" cy="4114800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  <a:effectLst>
            <a:outerShdw blurRad="60000" dist="25000" dir="5400000" rotWithShape="0">
              <a:srgbClr val="1F2A37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011680"/>
            <a:ext cx="4602175" cy="37490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新颖性定位（须区分）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T2L-Agent (2025)：trace→line 但 C/C++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DAIRA / Echo (2026)：执行接地，但无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>
                <a:solidFill>
                  <a:srgbClr val="F6A58C"/>
                </a:solidFill>
                <a:latin typeface="Microsoft YaHei"/>
                <a:ea typeface="Microsoft YaHei"/>
                <a:cs typeface="Microsoft YaHei"/>
              </a:rPr>
              <a:t>  行级 / 效率视角——本文给出反例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ARISE (2026)：静态行级 SOTA（对照）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LocAgent / Agentless / SWE-Explore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本文双卖点：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①『纯执行对行级不灵 + 机制』给热潮纠偏；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②『执行作反馈闭环』的静动结合定位方法。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